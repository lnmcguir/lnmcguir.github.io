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image" Target="../media/image7.jpg"/><Relationship Id="rId4" Type="http://schemas.openxmlformats.org/officeDocument/2006/relationships/image" Target="../media/image10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image" Target="../media/image7.jpg"/><Relationship Id="rId4" Type="http://schemas.openxmlformats.org/officeDocument/2006/relationships/image" Target="../media/image10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CD31D0-42F1-47AF-B447-BF65DA67D954}" type="doc">
      <dgm:prSet loTypeId="urn:microsoft.com/office/officeart/2005/8/layout/rings+Icon" loCatId="officeonline" qsTypeId="urn:microsoft.com/office/officeart/2005/8/quickstyle/simple1" qsCatId="simple" csTypeId="urn:microsoft.com/office/officeart/2005/8/colors/accent1_2" csCatId="accent1" phldr="1"/>
      <dgm:spPr/>
    </dgm:pt>
    <dgm:pt modelId="{08AC20DE-CDAA-4384-9581-B1929973C045}">
      <dgm:prSet phldrT="[Text]"/>
      <dgm:spPr/>
      <dgm:t>
        <a:bodyPr/>
        <a:lstStyle/>
        <a:p>
          <a:r>
            <a:rPr lang="en-US" dirty="0"/>
            <a:t>$17,896 to $94,8479</a:t>
          </a:r>
        </a:p>
      </dgm:t>
    </dgm:pt>
    <dgm:pt modelId="{E4EFAD74-1D48-4050-A343-826D42AA8C75}" type="parTrans" cxnId="{B15DFD3D-780E-434B-8157-E59E2DD11E49}">
      <dgm:prSet/>
      <dgm:spPr/>
      <dgm:t>
        <a:bodyPr/>
        <a:lstStyle/>
        <a:p>
          <a:endParaRPr lang="en-US"/>
        </a:p>
      </dgm:t>
    </dgm:pt>
    <dgm:pt modelId="{78EF3E4E-70AB-41CB-9496-F0BC4FCC205E}" type="sibTrans" cxnId="{B15DFD3D-780E-434B-8157-E59E2DD11E49}">
      <dgm:prSet/>
      <dgm:spPr/>
      <dgm:t>
        <a:bodyPr/>
        <a:lstStyle/>
        <a:p>
          <a:endParaRPr lang="en-US"/>
        </a:p>
      </dgm:t>
    </dgm:pt>
    <dgm:pt modelId="{5869DCA9-27C2-463E-9A4E-C53500590C98}">
      <dgm:prSet phldrT="[Text]"/>
      <dgm:spPr/>
      <dgm:t>
        <a:bodyPr/>
        <a:lstStyle/>
        <a:p>
          <a:r>
            <a:rPr lang="en-US" dirty="0"/>
            <a:t>28,000 patients die in ICU each year</a:t>
          </a:r>
        </a:p>
      </dgm:t>
    </dgm:pt>
    <dgm:pt modelId="{D0100BB2-71BD-4D71-9056-DF38524363D0}" type="parTrans" cxnId="{6FDEC707-B48E-4535-BE21-B281F9E00F0B}">
      <dgm:prSet/>
      <dgm:spPr/>
      <dgm:t>
        <a:bodyPr/>
        <a:lstStyle/>
        <a:p>
          <a:endParaRPr lang="en-US"/>
        </a:p>
      </dgm:t>
    </dgm:pt>
    <dgm:pt modelId="{61C4CDC3-2215-49A0-96F4-81535FA9AFB1}" type="sibTrans" cxnId="{6FDEC707-B48E-4535-BE21-B281F9E00F0B}">
      <dgm:prSet/>
      <dgm:spPr/>
      <dgm:t>
        <a:bodyPr/>
        <a:lstStyle/>
        <a:p>
          <a:endParaRPr lang="en-US"/>
        </a:p>
      </dgm:t>
    </dgm:pt>
    <dgm:pt modelId="{B207AB25-9FCB-4D61-9194-3990D63E23A3}">
      <dgm:prSet phldrT="[Text]"/>
      <dgm:spPr/>
      <dgm:t>
        <a:bodyPr/>
        <a:lstStyle/>
        <a:p>
          <a:r>
            <a:rPr lang="en-US" dirty="0"/>
            <a:t>0.150 excess mortality</a:t>
          </a:r>
        </a:p>
      </dgm:t>
    </dgm:pt>
    <dgm:pt modelId="{136CCFBC-943F-4606-81B7-BA61BFFD19A5}" type="parTrans" cxnId="{4D688D11-62F8-4F4C-95A8-C146164AD114}">
      <dgm:prSet/>
      <dgm:spPr/>
      <dgm:t>
        <a:bodyPr/>
        <a:lstStyle/>
        <a:p>
          <a:endParaRPr lang="en-US"/>
        </a:p>
      </dgm:t>
    </dgm:pt>
    <dgm:pt modelId="{E7210924-630C-4DF1-9C65-31650FCBA59F}" type="sibTrans" cxnId="{4D688D11-62F8-4F4C-95A8-C146164AD114}">
      <dgm:prSet/>
      <dgm:spPr/>
      <dgm:t>
        <a:bodyPr/>
        <a:lstStyle/>
        <a:p>
          <a:endParaRPr lang="en-US"/>
        </a:p>
      </dgm:t>
    </dgm:pt>
    <dgm:pt modelId="{9C195850-E78F-4419-8B7B-590C2F2B58A1}" type="pres">
      <dgm:prSet presAssocID="{B1CD31D0-42F1-47AF-B447-BF65DA67D954}" presName="Name0" presStyleCnt="0">
        <dgm:presLayoutVars>
          <dgm:chMax val="7"/>
          <dgm:dir/>
          <dgm:resizeHandles val="exact"/>
        </dgm:presLayoutVars>
      </dgm:prSet>
      <dgm:spPr/>
    </dgm:pt>
    <dgm:pt modelId="{51C4E22A-036E-4E6E-9A1D-A0B401B89B43}" type="pres">
      <dgm:prSet presAssocID="{B1CD31D0-42F1-47AF-B447-BF65DA67D954}" presName="ellipse1" presStyleLbl="vennNode1" presStyleIdx="0" presStyleCnt="3">
        <dgm:presLayoutVars>
          <dgm:bulletEnabled val="1"/>
        </dgm:presLayoutVars>
      </dgm:prSet>
      <dgm:spPr/>
    </dgm:pt>
    <dgm:pt modelId="{33DA58FE-4FCF-49A9-A2BB-5FAD8335ACC2}" type="pres">
      <dgm:prSet presAssocID="{B1CD31D0-42F1-47AF-B447-BF65DA67D954}" presName="ellipse2" presStyleLbl="vennNode1" presStyleIdx="1" presStyleCnt="3">
        <dgm:presLayoutVars>
          <dgm:bulletEnabled val="1"/>
        </dgm:presLayoutVars>
      </dgm:prSet>
      <dgm:spPr/>
    </dgm:pt>
    <dgm:pt modelId="{BEC4FA7C-E307-4E03-8FC8-1F847DC3F5EB}" type="pres">
      <dgm:prSet presAssocID="{B1CD31D0-42F1-47AF-B447-BF65DA67D954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6FDEC707-B48E-4535-BE21-B281F9E00F0B}" srcId="{B1CD31D0-42F1-47AF-B447-BF65DA67D954}" destId="{5869DCA9-27C2-463E-9A4E-C53500590C98}" srcOrd="1" destOrd="0" parTransId="{D0100BB2-71BD-4D71-9056-DF38524363D0}" sibTransId="{61C4CDC3-2215-49A0-96F4-81535FA9AFB1}"/>
    <dgm:cxn modelId="{4D688D11-62F8-4F4C-95A8-C146164AD114}" srcId="{B1CD31D0-42F1-47AF-B447-BF65DA67D954}" destId="{B207AB25-9FCB-4D61-9194-3990D63E23A3}" srcOrd="2" destOrd="0" parTransId="{136CCFBC-943F-4606-81B7-BA61BFFD19A5}" sibTransId="{E7210924-630C-4DF1-9C65-31650FCBA59F}"/>
    <dgm:cxn modelId="{B15DFD3D-780E-434B-8157-E59E2DD11E49}" srcId="{B1CD31D0-42F1-47AF-B447-BF65DA67D954}" destId="{08AC20DE-CDAA-4384-9581-B1929973C045}" srcOrd="0" destOrd="0" parTransId="{E4EFAD74-1D48-4050-A343-826D42AA8C75}" sibTransId="{78EF3E4E-70AB-41CB-9496-F0BC4FCC205E}"/>
    <dgm:cxn modelId="{2778E347-3B8F-4A35-A1BF-16316C0B6CDC}" type="presOf" srcId="{B207AB25-9FCB-4D61-9194-3990D63E23A3}" destId="{BEC4FA7C-E307-4E03-8FC8-1F847DC3F5EB}" srcOrd="0" destOrd="0" presId="urn:microsoft.com/office/officeart/2005/8/layout/rings+Icon"/>
    <dgm:cxn modelId="{A8DBB674-DF96-441B-8D1F-47200F419F6A}" type="presOf" srcId="{08AC20DE-CDAA-4384-9581-B1929973C045}" destId="{51C4E22A-036E-4E6E-9A1D-A0B401B89B43}" srcOrd="0" destOrd="0" presId="urn:microsoft.com/office/officeart/2005/8/layout/rings+Icon"/>
    <dgm:cxn modelId="{01AD2DAC-FA93-4258-BBA1-705D56FC3161}" type="presOf" srcId="{B1CD31D0-42F1-47AF-B447-BF65DA67D954}" destId="{9C195850-E78F-4419-8B7B-590C2F2B58A1}" srcOrd="0" destOrd="0" presId="urn:microsoft.com/office/officeart/2005/8/layout/rings+Icon"/>
    <dgm:cxn modelId="{ADF574D7-0FB9-4E14-8590-AF685492DED5}" type="presOf" srcId="{5869DCA9-27C2-463E-9A4E-C53500590C98}" destId="{33DA58FE-4FCF-49A9-A2BB-5FAD8335ACC2}" srcOrd="0" destOrd="0" presId="urn:microsoft.com/office/officeart/2005/8/layout/rings+Icon"/>
    <dgm:cxn modelId="{43B7E473-EFC0-41F9-9E61-25396DDFF3B0}" type="presParOf" srcId="{9C195850-E78F-4419-8B7B-590C2F2B58A1}" destId="{51C4E22A-036E-4E6E-9A1D-A0B401B89B43}" srcOrd="0" destOrd="0" presId="urn:microsoft.com/office/officeart/2005/8/layout/rings+Icon"/>
    <dgm:cxn modelId="{158A6E93-3F6D-4994-992F-97C2EB8A1628}" type="presParOf" srcId="{9C195850-E78F-4419-8B7B-590C2F2B58A1}" destId="{33DA58FE-4FCF-49A9-A2BB-5FAD8335ACC2}" srcOrd="1" destOrd="0" presId="urn:microsoft.com/office/officeart/2005/8/layout/rings+Icon"/>
    <dgm:cxn modelId="{D4DCDBBE-EDAD-4EA1-8997-B1CB67C58F09}" type="presParOf" srcId="{9C195850-E78F-4419-8B7B-590C2F2B58A1}" destId="{BEC4FA7C-E307-4E03-8FC8-1F847DC3F5EB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261422-37D2-4E85-8C4C-AA802F917011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48EC3FF7-975E-4FB8-B134-8CA825C5276D}">
      <dgm:prSet phldrT="[Text]"/>
      <dgm:spPr/>
      <dgm:t>
        <a:bodyPr/>
        <a:lstStyle/>
        <a:p>
          <a:r>
            <a:rPr lang="en-US" dirty="0"/>
            <a:t>Having a CLABSI prevention nurse reduced rates and improved bundle compliance (Star et al., 2024)</a:t>
          </a:r>
        </a:p>
      </dgm:t>
    </dgm:pt>
    <dgm:pt modelId="{F47B8769-440B-4D92-A315-0CB3DD14528B}" type="parTrans" cxnId="{DCF13E92-1A44-4FF6-981B-C1BF1D087133}">
      <dgm:prSet/>
      <dgm:spPr/>
      <dgm:t>
        <a:bodyPr/>
        <a:lstStyle/>
        <a:p>
          <a:endParaRPr lang="en-US"/>
        </a:p>
      </dgm:t>
    </dgm:pt>
    <dgm:pt modelId="{58327610-03DF-4BFA-BE26-5B750FB7C70E}" type="sibTrans" cxnId="{DCF13E92-1A44-4FF6-981B-C1BF1D087133}">
      <dgm:prSet/>
      <dgm:spPr/>
      <dgm:t>
        <a:bodyPr/>
        <a:lstStyle/>
        <a:p>
          <a:endParaRPr lang="en-US"/>
        </a:p>
      </dgm:t>
    </dgm:pt>
    <dgm:pt modelId="{5F3B0384-1493-4DF2-BCDE-63DC82BBB166}">
      <dgm:prSet phldrT="[Text]"/>
      <dgm:spPr/>
      <dgm:t>
        <a:bodyPr/>
        <a:lstStyle/>
        <a:p>
          <a:r>
            <a:rPr lang="en-US" dirty="0"/>
            <a:t>How nurses think about CLABSI bundles affects how they adhere to it (Connor et al., 2023).  Competing priorities are barriers to adherence (Connor et al., 2023)</a:t>
          </a:r>
        </a:p>
      </dgm:t>
    </dgm:pt>
    <dgm:pt modelId="{73DAE022-8923-4FEE-9C7A-53651C1B7114}" type="parTrans" cxnId="{5A7D7680-64DD-45AE-B346-7C775B27DCC4}">
      <dgm:prSet/>
      <dgm:spPr/>
      <dgm:t>
        <a:bodyPr/>
        <a:lstStyle/>
        <a:p>
          <a:endParaRPr lang="en-US"/>
        </a:p>
      </dgm:t>
    </dgm:pt>
    <dgm:pt modelId="{A26B3D3D-7F04-4648-8D2E-5878CFF59FB4}" type="sibTrans" cxnId="{5A7D7680-64DD-45AE-B346-7C775B27DCC4}">
      <dgm:prSet/>
      <dgm:spPr/>
      <dgm:t>
        <a:bodyPr/>
        <a:lstStyle/>
        <a:p>
          <a:endParaRPr lang="en-US"/>
        </a:p>
      </dgm:t>
    </dgm:pt>
    <dgm:pt modelId="{5F8557CA-49CA-4979-B061-28A2672967C4}">
      <dgm:prSet phldrT="[Text]"/>
      <dgm:spPr/>
      <dgm:t>
        <a:bodyPr/>
        <a:lstStyle/>
        <a:p>
          <a:r>
            <a:rPr lang="en-US" dirty="0"/>
            <a:t>A  CLABSI rounding team of infection preventionists, clinical nurse specialists, and clinical nurse leaders promotes awareness of CLABSI prevention and safety (Pate et al., 2022).</a:t>
          </a:r>
        </a:p>
      </dgm:t>
    </dgm:pt>
    <dgm:pt modelId="{779F332B-801C-471E-A231-84F305945CD6}" type="parTrans" cxnId="{A102EB84-34C0-40E1-B9DE-04A054DB4468}">
      <dgm:prSet/>
      <dgm:spPr/>
      <dgm:t>
        <a:bodyPr/>
        <a:lstStyle/>
        <a:p>
          <a:endParaRPr lang="en-US"/>
        </a:p>
      </dgm:t>
    </dgm:pt>
    <dgm:pt modelId="{CB9C82DD-5D66-4E3F-8667-6932B304E106}" type="sibTrans" cxnId="{A102EB84-34C0-40E1-B9DE-04A054DB4468}">
      <dgm:prSet/>
      <dgm:spPr/>
      <dgm:t>
        <a:bodyPr/>
        <a:lstStyle/>
        <a:p>
          <a:endParaRPr lang="en-US"/>
        </a:p>
      </dgm:t>
    </dgm:pt>
    <dgm:pt modelId="{0856036E-ACBA-40C9-B51B-55FB079E7349}" type="pres">
      <dgm:prSet presAssocID="{2E261422-37D2-4E85-8C4C-AA802F917011}" presName="Name0" presStyleCnt="0">
        <dgm:presLayoutVars>
          <dgm:dir/>
          <dgm:resizeHandles val="exact"/>
        </dgm:presLayoutVars>
      </dgm:prSet>
      <dgm:spPr/>
    </dgm:pt>
    <dgm:pt modelId="{53A090FA-7379-474B-9236-DBB51BEDC300}" type="pres">
      <dgm:prSet presAssocID="{2E261422-37D2-4E85-8C4C-AA802F917011}" presName="bkgdShp" presStyleLbl="alignAccFollowNode1" presStyleIdx="0" presStyleCnt="1"/>
      <dgm:spPr/>
    </dgm:pt>
    <dgm:pt modelId="{1A6AD44D-B79C-49DA-B057-0ACF85E79C08}" type="pres">
      <dgm:prSet presAssocID="{2E261422-37D2-4E85-8C4C-AA802F917011}" presName="linComp" presStyleCnt="0"/>
      <dgm:spPr/>
    </dgm:pt>
    <dgm:pt modelId="{8476BD9D-F4E4-4238-8A09-2555EFC34B33}" type="pres">
      <dgm:prSet presAssocID="{48EC3FF7-975E-4FB8-B134-8CA825C5276D}" presName="compNode" presStyleCnt="0"/>
      <dgm:spPr/>
    </dgm:pt>
    <dgm:pt modelId="{625DF59E-4D5C-4D64-B416-F2EE66EFED5E}" type="pres">
      <dgm:prSet presAssocID="{48EC3FF7-975E-4FB8-B134-8CA825C5276D}" presName="node" presStyleLbl="node1" presStyleIdx="0" presStyleCnt="3">
        <dgm:presLayoutVars>
          <dgm:bulletEnabled val="1"/>
        </dgm:presLayoutVars>
      </dgm:prSet>
      <dgm:spPr/>
    </dgm:pt>
    <dgm:pt modelId="{8156D9F1-5EB7-4E22-9329-EC543BE9F064}" type="pres">
      <dgm:prSet presAssocID="{48EC3FF7-975E-4FB8-B134-8CA825C5276D}" presName="invisiNode" presStyleLbl="node1" presStyleIdx="0" presStyleCnt="3"/>
      <dgm:spPr/>
    </dgm:pt>
    <dgm:pt modelId="{8E7E44EF-EAB0-456D-BE57-DC5D7166F3E6}" type="pres">
      <dgm:prSet presAssocID="{48EC3FF7-975E-4FB8-B134-8CA825C5276D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0" b="-150000"/>
          </a:stretch>
        </a:blipFill>
      </dgm:spPr>
    </dgm:pt>
    <dgm:pt modelId="{6F990470-64F5-4788-946D-8D7B9EB1A0B7}" type="pres">
      <dgm:prSet presAssocID="{58327610-03DF-4BFA-BE26-5B750FB7C70E}" presName="sibTrans" presStyleLbl="sibTrans2D1" presStyleIdx="0" presStyleCnt="0"/>
      <dgm:spPr/>
    </dgm:pt>
    <dgm:pt modelId="{C400B333-080C-4BD5-8116-BB4B8B9103D4}" type="pres">
      <dgm:prSet presAssocID="{5F3B0384-1493-4DF2-BCDE-63DC82BBB166}" presName="compNode" presStyleCnt="0"/>
      <dgm:spPr/>
    </dgm:pt>
    <dgm:pt modelId="{01350D80-B91C-436F-A8E6-38657028084B}" type="pres">
      <dgm:prSet presAssocID="{5F3B0384-1493-4DF2-BCDE-63DC82BBB166}" presName="node" presStyleLbl="node1" presStyleIdx="1" presStyleCnt="3">
        <dgm:presLayoutVars>
          <dgm:bulletEnabled val="1"/>
        </dgm:presLayoutVars>
      </dgm:prSet>
      <dgm:spPr/>
    </dgm:pt>
    <dgm:pt modelId="{01B4112F-938E-4EDE-82DE-A3C4CBAF9794}" type="pres">
      <dgm:prSet presAssocID="{5F3B0384-1493-4DF2-BCDE-63DC82BBB166}" presName="invisiNode" presStyleLbl="node1" presStyleIdx="1" presStyleCnt="3"/>
      <dgm:spPr/>
    </dgm:pt>
    <dgm:pt modelId="{0B430F54-B63E-4E3A-A65A-6A05B5EE1B7E}" type="pres">
      <dgm:prSet presAssocID="{5F3B0384-1493-4DF2-BCDE-63DC82BBB166}" presName="imagNode" presStyleLbl="fgImgPlace1" presStyleIdx="1" presStyleCnt="3" custScaleY="109269" custLinFactNeighborX="1726" custLinFactNeighborY="436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8000" b="-58000"/>
          </a:stretch>
        </a:blipFill>
      </dgm:spPr>
    </dgm:pt>
    <dgm:pt modelId="{BCC3AD01-3F60-4A3A-B2A4-8C3B1A4F63EC}" type="pres">
      <dgm:prSet presAssocID="{A26B3D3D-7F04-4648-8D2E-5878CFF59FB4}" presName="sibTrans" presStyleLbl="sibTrans2D1" presStyleIdx="0" presStyleCnt="0"/>
      <dgm:spPr/>
    </dgm:pt>
    <dgm:pt modelId="{FB6C6ADC-B2E9-465F-808A-AEEEF85D54F4}" type="pres">
      <dgm:prSet presAssocID="{5F8557CA-49CA-4979-B061-28A2672967C4}" presName="compNode" presStyleCnt="0"/>
      <dgm:spPr/>
    </dgm:pt>
    <dgm:pt modelId="{286ECF3B-4B09-42AE-84F7-6D54046599DE}" type="pres">
      <dgm:prSet presAssocID="{5F8557CA-49CA-4979-B061-28A2672967C4}" presName="node" presStyleLbl="node1" presStyleIdx="2" presStyleCnt="3">
        <dgm:presLayoutVars>
          <dgm:bulletEnabled val="1"/>
        </dgm:presLayoutVars>
      </dgm:prSet>
      <dgm:spPr/>
    </dgm:pt>
    <dgm:pt modelId="{E8E0D93F-7604-47E9-A580-99C815B6EE12}" type="pres">
      <dgm:prSet presAssocID="{5F8557CA-49CA-4979-B061-28A2672967C4}" presName="invisiNode" presStyleLbl="node1" presStyleIdx="2" presStyleCnt="3"/>
      <dgm:spPr/>
    </dgm:pt>
    <dgm:pt modelId="{4BA4D3A5-18D3-4AC1-8B89-2C9346A8A87A}" type="pres">
      <dgm:prSet presAssocID="{5F8557CA-49CA-4979-B061-28A2672967C4}" presName="imagNode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</dgm:pt>
  </dgm:ptLst>
  <dgm:cxnLst>
    <dgm:cxn modelId="{93D28E01-35AC-4FF3-B04B-1756964B2FF6}" type="presOf" srcId="{5F3B0384-1493-4DF2-BCDE-63DC82BBB166}" destId="{01350D80-B91C-436F-A8E6-38657028084B}" srcOrd="0" destOrd="0" presId="urn:microsoft.com/office/officeart/2005/8/layout/pList2"/>
    <dgm:cxn modelId="{27107C08-C82E-4F3D-A16A-AB68EA7E88F2}" type="presOf" srcId="{5F8557CA-49CA-4979-B061-28A2672967C4}" destId="{286ECF3B-4B09-42AE-84F7-6D54046599DE}" srcOrd="0" destOrd="0" presId="urn:microsoft.com/office/officeart/2005/8/layout/pList2"/>
    <dgm:cxn modelId="{D233160B-0141-4025-BDBA-3A24680D1F3B}" type="presOf" srcId="{58327610-03DF-4BFA-BE26-5B750FB7C70E}" destId="{6F990470-64F5-4788-946D-8D7B9EB1A0B7}" srcOrd="0" destOrd="0" presId="urn:microsoft.com/office/officeart/2005/8/layout/pList2"/>
    <dgm:cxn modelId="{B8E9187C-ED8C-414F-9966-AF70A83A51C8}" type="presOf" srcId="{2E261422-37D2-4E85-8C4C-AA802F917011}" destId="{0856036E-ACBA-40C9-B51B-55FB079E7349}" srcOrd="0" destOrd="0" presId="urn:microsoft.com/office/officeart/2005/8/layout/pList2"/>
    <dgm:cxn modelId="{5A7D7680-64DD-45AE-B346-7C775B27DCC4}" srcId="{2E261422-37D2-4E85-8C4C-AA802F917011}" destId="{5F3B0384-1493-4DF2-BCDE-63DC82BBB166}" srcOrd="1" destOrd="0" parTransId="{73DAE022-8923-4FEE-9C7A-53651C1B7114}" sibTransId="{A26B3D3D-7F04-4648-8D2E-5878CFF59FB4}"/>
    <dgm:cxn modelId="{A102EB84-34C0-40E1-B9DE-04A054DB4468}" srcId="{2E261422-37D2-4E85-8C4C-AA802F917011}" destId="{5F8557CA-49CA-4979-B061-28A2672967C4}" srcOrd="2" destOrd="0" parTransId="{779F332B-801C-471E-A231-84F305945CD6}" sibTransId="{CB9C82DD-5D66-4E3F-8667-6932B304E106}"/>
    <dgm:cxn modelId="{DCF13E92-1A44-4FF6-981B-C1BF1D087133}" srcId="{2E261422-37D2-4E85-8C4C-AA802F917011}" destId="{48EC3FF7-975E-4FB8-B134-8CA825C5276D}" srcOrd="0" destOrd="0" parTransId="{F47B8769-440B-4D92-A315-0CB3DD14528B}" sibTransId="{58327610-03DF-4BFA-BE26-5B750FB7C70E}"/>
    <dgm:cxn modelId="{F6D7C297-DA58-4504-84D1-69CC1591AB70}" type="presOf" srcId="{A26B3D3D-7F04-4648-8D2E-5878CFF59FB4}" destId="{BCC3AD01-3F60-4A3A-B2A4-8C3B1A4F63EC}" srcOrd="0" destOrd="0" presId="urn:microsoft.com/office/officeart/2005/8/layout/pList2"/>
    <dgm:cxn modelId="{DF629AE2-50E8-4060-8D47-A25585E1C13C}" type="presOf" srcId="{48EC3FF7-975E-4FB8-B134-8CA825C5276D}" destId="{625DF59E-4D5C-4D64-B416-F2EE66EFED5E}" srcOrd="0" destOrd="0" presId="urn:microsoft.com/office/officeart/2005/8/layout/pList2"/>
    <dgm:cxn modelId="{D0B19F51-CB25-4E75-A3B4-79926544D9CC}" type="presParOf" srcId="{0856036E-ACBA-40C9-B51B-55FB079E7349}" destId="{53A090FA-7379-474B-9236-DBB51BEDC300}" srcOrd="0" destOrd="0" presId="urn:microsoft.com/office/officeart/2005/8/layout/pList2"/>
    <dgm:cxn modelId="{0B154192-0656-4D39-8CAA-370BA471A5B0}" type="presParOf" srcId="{0856036E-ACBA-40C9-B51B-55FB079E7349}" destId="{1A6AD44D-B79C-49DA-B057-0ACF85E79C08}" srcOrd="1" destOrd="0" presId="urn:microsoft.com/office/officeart/2005/8/layout/pList2"/>
    <dgm:cxn modelId="{CEDDF8E7-57C1-4799-904E-3A83DFC771B6}" type="presParOf" srcId="{1A6AD44D-B79C-49DA-B057-0ACF85E79C08}" destId="{8476BD9D-F4E4-4238-8A09-2555EFC34B33}" srcOrd="0" destOrd="0" presId="urn:microsoft.com/office/officeart/2005/8/layout/pList2"/>
    <dgm:cxn modelId="{17A2C7CA-1E0F-46C2-B43C-84D67202FF90}" type="presParOf" srcId="{8476BD9D-F4E4-4238-8A09-2555EFC34B33}" destId="{625DF59E-4D5C-4D64-B416-F2EE66EFED5E}" srcOrd="0" destOrd="0" presId="urn:microsoft.com/office/officeart/2005/8/layout/pList2"/>
    <dgm:cxn modelId="{08DCBDE2-BD1F-459F-B548-D4215E72DB9D}" type="presParOf" srcId="{8476BD9D-F4E4-4238-8A09-2555EFC34B33}" destId="{8156D9F1-5EB7-4E22-9329-EC543BE9F064}" srcOrd="1" destOrd="0" presId="urn:microsoft.com/office/officeart/2005/8/layout/pList2"/>
    <dgm:cxn modelId="{4134E647-C29A-422E-984B-B83C09515C78}" type="presParOf" srcId="{8476BD9D-F4E4-4238-8A09-2555EFC34B33}" destId="{8E7E44EF-EAB0-456D-BE57-DC5D7166F3E6}" srcOrd="2" destOrd="0" presId="urn:microsoft.com/office/officeart/2005/8/layout/pList2"/>
    <dgm:cxn modelId="{A396C0AA-81B8-45B9-A3A4-9411D393DACD}" type="presParOf" srcId="{1A6AD44D-B79C-49DA-B057-0ACF85E79C08}" destId="{6F990470-64F5-4788-946D-8D7B9EB1A0B7}" srcOrd="1" destOrd="0" presId="urn:microsoft.com/office/officeart/2005/8/layout/pList2"/>
    <dgm:cxn modelId="{A3E08FD7-E3BD-4E35-9FFA-5F4D1A1FFD4C}" type="presParOf" srcId="{1A6AD44D-B79C-49DA-B057-0ACF85E79C08}" destId="{C400B333-080C-4BD5-8116-BB4B8B9103D4}" srcOrd="2" destOrd="0" presId="urn:microsoft.com/office/officeart/2005/8/layout/pList2"/>
    <dgm:cxn modelId="{B8FFC6D4-37EB-4CC1-AF49-9786A135BC16}" type="presParOf" srcId="{C400B333-080C-4BD5-8116-BB4B8B9103D4}" destId="{01350D80-B91C-436F-A8E6-38657028084B}" srcOrd="0" destOrd="0" presId="urn:microsoft.com/office/officeart/2005/8/layout/pList2"/>
    <dgm:cxn modelId="{FBB9E631-56B0-4058-9319-F11B68212E8E}" type="presParOf" srcId="{C400B333-080C-4BD5-8116-BB4B8B9103D4}" destId="{01B4112F-938E-4EDE-82DE-A3C4CBAF9794}" srcOrd="1" destOrd="0" presId="urn:microsoft.com/office/officeart/2005/8/layout/pList2"/>
    <dgm:cxn modelId="{2556CEEC-4A1F-48E4-8462-8E5E6EA7947E}" type="presParOf" srcId="{C400B333-080C-4BD5-8116-BB4B8B9103D4}" destId="{0B430F54-B63E-4E3A-A65A-6A05B5EE1B7E}" srcOrd="2" destOrd="0" presId="urn:microsoft.com/office/officeart/2005/8/layout/pList2"/>
    <dgm:cxn modelId="{8AB8E11B-11C5-4F19-AE0C-F184E10EF562}" type="presParOf" srcId="{1A6AD44D-B79C-49DA-B057-0ACF85E79C08}" destId="{BCC3AD01-3F60-4A3A-B2A4-8C3B1A4F63EC}" srcOrd="3" destOrd="0" presId="urn:microsoft.com/office/officeart/2005/8/layout/pList2"/>
    <dgm:cxn modelId="{FEE2E491-61E8-4925-96C5-A9B6F09C2FA0}" type="presParOf" srcId="{1A6AD44D-B79C-49DA-B057-0ACF85E79C08}" destId="{FB6C6ADC-B2E9-465F-808A-AEEEF85D54F4}" srcOrd="4" destOrd="0" presId="urn:microsoft.com/office/officeart/2005/8/layout/pList2"/>
    <dgm:cxn modelId="{D05B47C9-10F2-49F4-A7D3-04A0B539444E}" type="presParOf" srcId="{FB6C6ADC-B2E9-465F-808A-AEEEF85D54F4}" destId="{286ECF3B-4B09-42AE-84F7-6D54046599DE}" srcOrd="0" destOrd="0" presId="urn:microsoft.com/office/officeart/2005/8/layout/pList2"/>
    <dgm:cxn modelId="{D7CB0DEB-F392-415B-A813-92EBD7DA5EAE}" type="presParOf" srcId="{FB6C6ADC-B2E9-465F-808A-AEEEF85D54F4}" destId="{E8E0D93F-7604-47E9-A580-99C815B6EE12}" srcOrd="1" destOrd="0" presId="urn:microsoft.com/office/officeart/2005/8/layout/pList2"/>
    <dgm:cxn modelId="{1B4AF8B9-3655-41BF-ACEE-6BF28A72B2AB}" type="presParOf" srcId="{FB6C6ADC-B2E9-465F-808A-AEEEF85D54F4}" destId="{4BA4D3A5-18D3-4AC1-8B89-2C9346A8A87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1AAD32-AD73-4B76-9718-EE8500D3AAB6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1F8719CC-8CB0-4690-A873-F16C4491ADB4}" type="pres">
      <dgm:prSet presAssocID="{B91AAD32-AD73-4B76-9718-EE8500D3AAB6}" presName="Name0" presStyleCnt="0">
        <dgm:presLayoutVars>
          <dgm:dir/>
          <dgm:animOne val="branch"/>
          <dgm:animLvl val="lvl"/>
        </dgm:presLayoutVars>
      </dgm:prSet>
      <dgm:spPr/>
    </dgm:pt>
  </dgm:ptLst>
  <dgm:cxnLst>
    <dgm:cxn modelId="{33652D03-6620-45A7-8BCA-5540AC7B29D0}" type="presOf" srcId="{B91AAD32-AD73-4B76-9718-EE8500D3AAB6}" destId="{1F8719CC-8CB0-4690-A873-F16C4491ADB4}" srcOrd="0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395F3E-A862-4DE6-9CA5-ACBC300FE866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</dgm:pt>
    <dgm:pt modelId="{BE503D3C-7FC3-4E14-81F0-CB1DA496AA21}">
      <dgm:prSet phldrT="[Text]"/>
      <dgm:spPr/>
      <dgm:t>
        <a:bodyPr/>
        <a:lstStyle/>
        <a:p>
          <a:r>
            <a:rPr lang="en-US"/>
            <a:t>Surveillance on every patient with documentation of a central line</a:t>
          </a:r>
          <a:endParaRPr lang="en-US" dirty="0"/>
        </a:p>
      </dgm:t>
    </dgm:pt>
    <dgm:pt modelId="{8D61C31B-CE71-4128-AF89-76FA0D3BE12C}" type="parTrans" cxnId="{2555F972-10EE-4325-BA26-B80682B942E4}">
      <dgm:prSet/>
      <dgm:spPr/>
      <dgm:t>
        <a:bodyPr/>
        <a:lstStyle/>
        <a:p>
          <a:endParaRPr lang="en-US"/>
        </a:p>
      </dgm:t>
    </dgm:pt>
    <dgm:pt modelId="{CF94C629-94AD-4EA4-BF01-903B476689B5}" type="sibTrans" cxnId="{2555F972-10EE-4325-BA26-B80682B942E4}">
      <dgm:prSet/>
      <dgm:spPr/>
      <dgm:t>
        <a:bodyPr/>
        <a:lstStyle/>
        <a:p>
          <a:endParaRPr lang="en-US"/>
        </a:p>
      </dgm:t>
    </dgm:pt>
    <dgm:pt modelId="{0E61FDB1-A9EB-41E5-A452-FFB76F168549}">
      <dgm:prSet phldrT="[Text]"/>
      <dgm:spPr/>
      <dgm:t>
        <a:bodyPr/>
        <a:lstStyle/>
        <a:p>
          <a:r>
            <a:rPr lang="en-US"/>
            <a:t>Suspected infection based on clinical presentation and lab values</a:t>
          </a:r>
          <a:endParaRPr lang="en-US" dirty="0"/>
        </a:p>
      </dgm:t>
    </dgm:pt>
    <dgm:pt modelId="{FC69416E-EF29-4567-BFB5-9446135A6DDC}" type="parTrans" cxnId="{5711B19E-D00A-4855-85FE-10C895C2A323}">
      <dgm:prSet/>
      <dgm:spPr/>
      <dgm:t>
        <a:bodyPr/>
        <a:lstStyle/>
        <a:p>
          <a:endParaRPr lang="en-US"/>
        </a:p>
      </dgm:t>
    </dgm:pt>
    <dgm:pt modelId="{B2704DEE-27A0-4DDB-9921-99AB24EBDE04}" type="sibTrans" cxnId="{5711B19E-D00A-4855-85FE-10C895C2A323}">
      <dgm:prSet/>
      <dgm:spPr/>
      <dgm:t>
        <a:bodyPr/>
        <a:lstStyle/>
        <a:p>
          <a:endParaRPr lang="en-US"/>
        </a:p>
      </dgm:t>
    </dgm:pt>
    <dgm:pt modelId="{7F9A8236-C3EC-4F98-9878-540CAD899005}">
      <dgm:prSet phldrT="[Text]"/>
      <dgm:spPr/>
      <dgm:t>
        <a:bodyPr/>
        <a:lstStyle/>
        <a:p>
          <a:r>
            <a:rPr lang="en-US"/>
            <a:t>Laboratory confirmation</a:t>
          </a:r>
          <a:endParaRPr lang="en-US" dirty="0"/>
        </a:p>
      </dgm:t>
    </dgm:pt>
    <dgm:pt modelId="{AB7BFCB9-98E6-4A52-9C8D-1382D5ADF704}" type="parTrans" cxnId="{48A8F1CD-D723-450C-8B40-B109F86A82EF}">
      <dgm:prSet/>
      <dgm:spPr/>
      <dgm:t>
        <a:bodyPr/>
        <a:lstStyle/>
        <a:p>
          <a:endParaRPr lang="en-US"/>
        </a:p>
      </dgm:t>
    </dgm:pt>
    <dgm:pt modelId="{2F00011E-7303-43DE-B0F9-FDF80F458AEA}" type="sibTrans" cxnId="{48A8F1CD-D723-450C-8B40-B109F86A82EF}">
      <dgm:prSet/>
      <dgm:spPr/>
      <dgm:t>
        <a:bodyPr/>
        <a:lstStyle/>
        <a:p>
          <a:endParaRPr lang="en-US"/>
        </a:p>
      </dgm:t>
    </dgm:pt>
    <dgm:pt modelId="{DF914B3F-4D83-4FC0-B208-EA425671890E}" type="pres">
      <dgm:prSet presAssocID="{27395F3E-A862-4DE6-9CA5-ACBC300FE866}" presName="Name0" presStyleCnt="0">
        <dgm:presLayoutVars>
          <dgm:dir/>
          <dgm:resizeHandles val="exact"/>
        </dgm:presLayoutVars>
      </dgm:prSet>
      <dgm:spPr/>
    </dgm:pt>
    <dgm:pt modelId="{47E4CF0F-7865-4F95-9FA4-0AEC944200F2}" type="pres">
      <dgm:prSet presAssocID="{27395F3E-A862-4DE6-9CA5-ACBC300FE866}" presName="vNodes" presStyleCnt="0"/>
      <dgm:spPr/>
    </dgm:pt>
    <dgm:pt modelId="{DDFBC41E-8A08-4C3A-8837-69CEFB96DA14}" type="pres">
      <dgm:prSet presAssocID="{BE503D3C-7FC3-4E14-81F0-CB1DA496AA21}" presName="node" presStyleLbl="node1" presStyleIdx="0" presStyleCnt="3">
        <dgm:presLayoutVars>
          <dgm:bulletEnabled val="1"/>
        </dgm:presLayoutVars>
      </dgm:prSet>
      <dgm:spPr/>
    </dgm:pt>
    <dgm:pt modelId="{E0717449-6C55-44D1-BCC4-4B5B63A5BE17}" type="pres">
      <dgm:prSet presAssocID="{CF94C629-94AD-4EA4-BF01-903B476689B5}" presName="spacerT" presStyleCnt="0"/>
      <dgm:spPr/>
    </dgm:pt>
    <dgm:pt modelId="{EA20FE4A-ECD1-41BC-BE8C-175EA6BE6F39}" type="pres">
      <dgm:prSet presAssocID="{CF94C629-94AD-4EA4-BF01-903B476689B5}" presName="sibTrans" presStyleLbl="sibTrans2D1" presStyleIdx="0" presStyleCnt="2"/>
      <dgm:spPr/>
    </dgm:pt>
    <dgm:pt modelId="{E510ACD3-CF46-43BD-AFDF-62FC91856AEC}" type="pres">
      <dgm:prSet presAssocID="{CF94C629-94AD-4EA4-BF01-903B476689B5}" presName="spacerB" presStyleCnt="0"/>
      <dgm:spPr/>
    </dgm:pt>
    <dgm:pt modelId="{F9BAE2AA-C55D-4321-9604-29182B60BD7A}" type="pres">
      <dgm:prSet presAssocID="{0E61FDB1-A9EB-41E5-A452-FFB76F168549}" presName="node" presStyleLbl="node1" presStyleIdx="1" presStyleCnt="3">
        <dgm:presLayoutVars>
          <dgm:bulletEnabled val="1"/>
        </dgm:presLayoutVars>
      </dgm:prSet>
      <dgm:spPr/>
    </dgm:pt>
    <dgm:pt modelId="{28B9EB20-F1D4-4361-A0C0-E078B522D10F}" type="pres">
      <dgm:prSet presAssocID="{27395F3E-A862-4DE6-9CA5-ACBC300FE866}" presName="sibTransLast" presStyleLbl="sibTrans2D1" presStyleIdx="1" presStyleCnt="2"/>
      <dgm:spPr/>
    </dgm:pt>
    <dgm:pt modelId="{CFE4FDA0-9E0F-4287-8353-39DD88B43A69}" type="pres">
      <dgm:prSet presAssocID="{27395F3E-A862-4DE6-9CA5-ACBC300FE866}" presName="connectorText" presStyleLbl="sibTrans2D1" presStyleIdx="1" presStyleCnt="2"/>
      <dgm:spPr/>
    </dgm:pt>
    <dgm:pt modelId="{123441E3-6489-4D2C-BD34-D85DB531410D}" type="pres">
      <dgm:prSet presAssocID="{27395F3E-A862-4DE6-9CA5-ACBC300FE866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7D2D9306-6F43-4869-A592-04D25B39A01D}" type="presOf" srcId="{B2704DEE-27A0-4DDB-9921-99AB24EBDE04}" destId="{CFE4FDA0-9E0F-4287-8353-39DD88B43A69}" srcOrd="1" destOrd="0" presId="urn:microsoft.com/office/officeart/2005/8/layout/equation2"/>
    <dgm:cxn modelId="{30E3A043-0C37-4FB4-998D-95998BB6539D}" type="presOf" srcId="{BE503D3C-7FC3-4E14-81F0-CB1DA496AA21}" destId="{DDFBC41E-8A08-4C3A-8837-69CEFB96DA14}" srcOrd="0" destOrd="0" presId="urn:microsoft.com/office/officeart/2005/8/layout/equation2"/>
    <dgm:cxn modelId="{1BDDB74D-8868-4F51-AAAC-684BFCE68A53}" type="presOf" srcId="{0E61FDB1-A9EB-41E5-A452-FFB76F168549}" destId="{F9BAE2AA-C55D-4321-9604-29182B60BD7A}" srcOrd="0" destOrd="0" presId="urn:microsoft.com/office/officeart/2005/8/layout/equation2"/>
    <dgm:cxn modelId="{2555F972-10EE-4325-BA26-B80682B942E4}" srcId="{27395F3E-A862-4DE6-9CA5-ACBC300FE866}" destId="{BE503D3C-7FC3-4E14-81F0-CB1DA496AA21}" srcOrd="0" destOrd="0" parTransId="{8D61C31B-CE71-4128-AF89-76FA0D3BE12C}" sibTransId="{CF94C629-94AD-4EA4-BF01-903B476689B5}"/>
    <dgm:cxn modelId="{6C65E27E-92D6-4E43-9325-52B54112280A}" type="presOf" srcId="{7F9A8236-C3EC-4F98-9878-540CAD899005}" destId="{123441E3-6489-4D2C-BD34-D85DB531410D}" srcOrd="0" destOrd="0" presId="urn:microsoft.com/office/officeart/2005/8/layout/equation2"/>
    <dgm:cxn modelId="{3DA2F385-F331-491A-A9D6-F0C64FF2EA6B}" type="presOf" srcId="{CF94C629-94AD-4EA4-BF01-903B476689B5}" destId="{EA20FE4A-ECD1-41BC-BE8C-175EA6BE6F39}" srcOrd="0" destOrd="0" presId="urn:microsoft.com/office/officeart/2005/8/layout/equation2"/>
    <dgm:cxn modelId="{5711B19E-D00A-4855-85FE-10C895C2A323}" srcId="{27395F3E-A862-4DE6-9CA5-ACBC300FE866}" destId="{0E61FDB1-A9EB-41E5-A452-FFB76F168549}" srcOrd="1" destOrd="0" parTransId="{FC69416E-EF29-4567-BFB5-9446135A6DDC}" sibTransId="{B2704DEE-27A0-4DDB-9921-99AB24EBDE04}"/>
    <dgm:cxn modelId="{5816B6B8-FA8A-4053-9FBD-2E1AD77F26A7}" type="presOf" srcId="{27395F3E-A862-4DE6-9CA5-ACBC300FE866}" destId="{DF914B3F-4D83-4FC0-B208-EA425671890E}" srcOrd="0" destOrd="0" presId="urn:microsoft.com/office/officeart/2005/8/layout/equation2"/>
    <dgm:cxn modelId="{48A8F1CD-D723-450C-8B40-B109F86A82EF}" srcId="{27395F3E-A862-4DE6-9CA5-ACBC300FE866}" destId="{7F9A8236-C3EC-4F98-9878-540CAD899005}" srcOrd="2" destOrd="0" parTransId="{AB7BFCB9-98E6-4A52-9C8D-1382D5ADF704}" sibTransId="{2F00011E-7303-43DE-B0F9-FDF80F458AEA}"/>
    <dgm:cxn modelId="{B6E742D1-7C6F-4511-B9AA-CD0A11ABEC3A}" type="presOf" srcId="{B2704DEE-27A0-4DDB-9921-99AB24EBDE04}" destId="{28B9EB20-F1D4-4361-A0C0-E078B522D10F}" srcOrd="0" destOrd="0" presId="urn:microsoft.com/office/officeart/2005/8/layout/equation2"/>
    <dgm:cxn modelId="{052AB994-058C-40BA-B1C7-C027FBB65095}" type="presParOf" srcId="{DF914B3F-4D83-4FC0-B208-EA425671890E}" destId="{47E4CF0F-7865-4F95-9FA4-0AEC944200F2}" srcOrd="0" destOrd="0" presId="urn:microsoft.com/office/officeart/2005/8/layout/equation2"/>
    <dgm:cxn modelId="{F25A92EA-2B02-4FC5-8515-988B7FA8B52B}" type="presParOf" srcId="{47E4CF0F-7865-4F95-9FA4-0AEC944200F2}" destId="{DDFBC41E-8A08-4C3A-8837-69CEFB96DA14}" srcOrd="0" destOrd="0" presId="urn:microsoft.com/office/officeart/2005/8/layout/equation2"/>
    <dgm:cxn modelId="{B138AA6B-3BD7-4FA5-AD1F-AA18AC53AD68}" type="presParOf" srcId="{47E4CF0F-7865-4F95-9FA4-0AEC944200F2}" destId="{E0717449-6C55-44D1-BCC4-4B5B63A5BE17}" srcOrd="1" destOrd="0" presId="urn:microsoft.com/office/officeart/2005/8/layout/equation2"/>
    <dgm:cxn modelId="{6A420532-2A33-42A6-9FF8-3ECDCBB27A22}" type="presParOf" srcId="{47E4CF0F-7865-4F95-9FA4-0AEC944200F2}" destId="{EA20FE4A-ECD1-41BC-BE8C-175EA6BE6F39}" srcOrd="2" destOrd="0" presId="urn:microsoft.com/office/officeart/2005/8/layout/equation2"/>
    <dgm:cxn modelId="{FD1C97E4-ABE4-4176-A2E4-D0F5587D35AF}" type="presParOf" srcId="{47E4CF0F-7865-4F95-9FA4-0AEC944200F2}" destId="{E510ACD3-CF46-43BD-AFDF-62FC91856AEC}" srcOrd="3" destOrd="0" presId="urn:microsoft.com/office/officeart/2005/8/layout/equation2"/>
    <dgm:cxn modelId="{50110C5F-2EB0-48D5-86BD-D775027DEFC2}" type="presParOf" srcId="{47E4CF0F-7865-4F95-9FA4-0AEC944200F2}" destId="{F9BAE2AA-C55D-4321-9604-29182B60BD7A}" srcOrd="4" destOrd="0" presId="urn:microsoft.com/office/officeart/2005/8/layout/equation2"/>
    <dgm:cxn modelId="{7E5CF6ED-09A9-4AC1-8066-07DD4FEEF106}" type="presParOf" srcId="{DF914B3F-4D83-4FC0-B208-EA425671890E}" destId="{28B9EB20-F1D4-4361-A0C0-E078B522D10F}" srcOrd="1" destOrd="0" presId="urn:microsoft.com/office/officeart/2005/8/layout/equation2"/>
    <dgm:cxn modelId="{A1DC28BA-E4E9-4CF7-8870-D830FC2B5D38}" type="presParOf" srcId="{28B9EB20-F1D4-4361-A0C0-E078B522D10F}" destId="{CFE4FDA0-9E0F-4287-8353-39DD88B43A69}" srcOrd="0" destOrd="0" presId="urn:microsoft.com/office/officeart/2005/8/layout/equation2"/>
    <dgm:cxn modelId="{42B7DD61-0AC7-4504-B63F-CA67E8D97E6E}" type="presParOf" srcId="{DF914B3F-4D83-4FC0-B208-EA425671890E}" destId="{123441E3-6489-4D2C-BD34-D85DB531410D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7F501C-8075-471D-9C17-63A9355F45DF}" type="doc">
      <dgm:prSet loTypeId="urn:microsoft.com/office/officeart/2011/layout/ConvergingTex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421963-318A-4CB8-BBE6-65D0F408F412}">
      <dgm:prSet phldrT="[Text]"/>
      <dgm:spPr/>
      <dgm:t>
        <a:bodyPr/>
        <a:lstStyle/>
        <a:p>
          <a:r>
            <a:rPr lang="en-US" dirty="0"/>
            <a:t>Infection prevention</a:t>
          </a:r>
        </a:p>
      </dgm:t>
    </dgm:pt>
    <dgm:pt modelId="{29A2F326-ED73-444E-A4B6-9388CBC63505}" type="parTrans" cxnId="{9DEF8A59-B592-476A-A5C6-DC9B409CA37D}">
      <dgm:prSet/>
      <dgm:spPr/>
      <dgm:t>
        <a:bodyPr/>
        <a:lstStyle/>
        <a:p>
          <a:endParaRPr lang="en-US"/>
        </a:p>
      </dgm:t>
    </dgm:pt>
    <dgm:pt modelId="{6D0BCB3A-92D0-46A6-B734-B6F89CAD42F4}" type="sibTrans" cxnId="{9DEF8A59-B592-476A-A5C6-DC9B409CA37D}">
      <dgm:prSet/>
      <dgm:spPr/>
      <dgm:t>
        <a:bodyPr/>
        <a:lstStyle/>
        <a:p>
          <a:endParaRPr lang="en-US"/>
        </a:p>
      </dgm:t>
    </dgm:pt>
    <dgm:pt modelId="{EE43562A-2FC5-4207-BCA3-17D5BD9891D7}">
      <dgm:prSet phldrT="[Text]"/>
      <dgm:spPr/>
      <dgm:t>
        <a:bodyPr/>
        <a:lstStyle/>
        <a:p>
          <a:r>
            <a:rPr lang="en-US" dirty="0"/>
            <a:t>Surveillance </a:t>
          </a:r>
        </a:p>
      </dgm:t>
    </dgm:pt>
    <dgm:pt modelId="{1F3343BF-878B-44B7-B12F-AD58B6F4753F}" type="parTrans" cxnId="{A77E937D-22E4-4D8A-86E9-87D4F43A88AC}">
      <dgm:prSet/>
      <dgm:spPr/>
      <dgm:t>
        <a:bodyPr/>
        <a:lstStyle/>
        <a:p>
          <a:endParaRPr lang="en-US"/>
        </a:p>
      </dgm:t>
    </dgm:pt>
    <dgm:pt modelId="{87F43709-A6DC-43C6-8D09-636386809125}" type="sibTrans" cxnId="{A77E937D-22E4-4D8A-86E9-87D4F43A88AC}">
      <dgm:prSet/>
      <dgm:spPr/>
      <dgm:t>
        <a:bodyPr/>
        <a:lstStyle/>
        <a:p>
          <a:endParaRPr lang="en-US"/>
        </a:p>
      </dgm:t>
    </dgm:pt>
    <dgm:pt modelId="{723F4D00-91F3-4AB6-B14C-53A0755199E4}">
      <dgm:prSet phldrT="[Text]"/>
      <dgm:spPr/>
      <dgm:t>
        <a:bodyPr/>
        <a:lstStyle/>
        <a:p>
          <a:r>
            <a:rPr lang="en-US" dirty="0"/>
            <a:t>Suspected Infection based on clinical presentation and lab values</a:t>
          </a:r>
        </a:p>
      </dgm:t>
    </dgm:pt>
    <dgm:pt modelId="{B0334C17-C01C-4FFC-AAC8-BE32FD205BC7}" type="parTrans" cxnId="{6A1E5667-7BAE-463D-92FC-0EEB2BE92FD1}">
      <dgm:prSet/>
      <dgm:spPr/>
      <dgm:t>
        <a:bodyPr/>
        <a:lstStyle/>
        <a:p>
          <a:endParaRPr lang="en-US"/>
        </a:p>
      </dgm:t>
    </dgm:pt>
    <dgm:pt modelId="{3C8E0B47-3E6F-49B0-BBE0-9F6992C8F573}" type="sibTrans" cxnId="{6A1E5667-7BAE-463D-92FC-0EEB2BE92FD1}">
      <dgm:prSet/>
      <dgm:spPr/>
      <dgm:t>
        <a:bodyPr/>
        <a:lstStyle/>
        <a:p>
          <a:endParaRPr lang="en-US"/>
        </a:p>
      </dgm:t>
    </dgm:pt>
    <dgm:pt modelId="{D21F2C01-B617-4791-9112-6253D08D1A49}">
      <dgm:prSet phldrT="[Text]"/>
      <dgm:spPr/>
      <dgm:t>
        <a:bodyPr/>
        <a:lstStyle/>
        <a:p>
          <a:r>
            <a:rPr lang="en-US" dirty="0"/>
            <a:t>Laboratory confirmation </a:t>
          </a:r>
        </a:p>
      </dgm:t>
    </dgm:pt>
    <dgm:pt modelId="{CF96220A-ACCA-4DA7-A54C-04263DB635F2}" type="parTrans" cxnId="{84A10613-A8C9-4313-8C18-45D88989F7EA}">
      <dgm:prSet/>
      <dgm:spPr/>
      <dgm:t>
        <a:bodyPr/>
        <a:lstStyle/>
        <a:p>
          <a:endParaRPr lang="en-US"/>
        </a:p>
      </dgm:t>
    </dgm:pt>
    <dgm:pt modelId="{AFA69799-F849-4026-8EB2-E1663596E2DA}" type="sibTrans" cxnId="{84A10613-A8C9-4313-8C18-45D88989F7EA}">
      <dgm:prSet/>
      <dgm:spPr/>
      <dgm:t>
        <a:bodyPr/>
        <a:lstStyle/>
        <a:p>
          <a:endParaRPr lang="en-US"/>
        </a:p>
      </dgm:t>
    </dgm:pt>
    <dgm:pt modelId="{51064308-E813-41F5-BE9C-6617D3AF27C5}" type="pres">
      <dgm:prSet presAssocID="{2B7F501C-8075-471D-9C17-63A9355F45DF}" presName="Name0" presStyleCnt="0">
        <dgm:presLayoutVars>
          <dgm:chMax/>
          <dgm:chPref val="1"/>
          <dgm:dir/>
          <dgm:animOne val="branch"/>
          <dgm:animLvl val="lvl"/>
          <dgm:resizeHandles/>
        </dgm:presLayoutVars>
      </dgm:prSet>
      <dgm:spPr/>
    </dgm:pt>
    <dgm:pt modelId="{EFE1A92F-43D3-42A5-8051-30CAD09ED0F4}" type="pres">
      <dgm:prSet presAssocID="{CD421963-318A-4CB8-BBE6-65D0F408F412}" presName="composite" presStyleCnt="0"/>
      <dgm:spPr/>
    </dgm:pt>
    <dgm:pt modelId="{4257AB7C-FA6F-4EA3-821B-3BB0ABB29475}" type="pres">
      <dgm:prSet presAssocID="{CD421963-318A-4CB8-BBE6-65D0F408F412}" presName="ParentAccent1" presStyleLbl="alignNode1" presStyleIdx="0" presStyleCnt="34"/>
      <dgm:spPr/>
    </dgm:pt>
    <dgm:pt modelId="{DCDB78E5-4734-4143-A4BA-E8DA0FFA2841}" type="pres">
      <dgm:prSet presAssocID="{CD421963-318A-4CB8-BBE6-65D0F408F412}" presName="ParentAccent2" presStyleLbl="alignNode1" presStyleIdx="1" presStyleCnt="34"/>
      <dgm:spPr/>
    </dgm:pt>
    <dgm:pt modelId="{45BC2EFB-6F2D-46CE-A3DF-18BADDF5F235}" type="pres">
      <dgm:prSet presAssocID="{CD421963-318A-4CB8-BBE6-65D0F408F412}" presName="ParentAccent3" presStyleLbl="alignNode1" presStyleIdx="2" presStyleCnt="34"/>
      <dgm:spPr/>
    </dgm:pt>
    <dgm:pt modelId="{D0207297-D702-4B79-8F17-C47CC47C503F}" type="pres">
      <dgm:prSet presAssocID="{CD421963-318A-4CB8-BBE6-65D0F408F412}" presName="ParentAccent4" presStyleLbl="alignNode1" presStyleIdx="3" presStyleCnt="34"/>
      <dgm:spPr/>
    </dgm:pt>
    <dgm:pt modelId="{56951871-7314-411B-A0B8-CE1FF3409178}" type="pres">
      <dgm:prSet presAssocID="{CD421963-318A-4CB8-BBE6-65D0F408F412}" presName="ParentAccent5" presStyleLbl="alignNode1" presStyleIdx="4" presStyleCnt="34"/>
      <dgm:spPr/>
    </dgm:pt>
    <dgm:pt modelId="{A09CAA01-6B7A-436B-BC10-3D8EEA713C04}" type="pres">
      <dgm:prSet presAssocID="{CD421963-318A-4CB8-BBE6-65D0F408F412}" presName="ParentAccent6" presStyleLbl="alignNode1" presStyleIdx="5" presStyleCnt="34"/>
      <dgm:spPr/>
    </dgm:pt>
    <dgm:pt modelId="{6D71682C-5D29-4324-9952-F9F89CBDF7B5}" type="pres">
      <dgm:prSet presAssocID="{CD421963-318A-4CB8-BBE6-65D0F408F412}" presName="ParentAccent7" presStyleLbl="alignNode1" presStyleIdx="6" presStyleCnt="34"/>
      <dgm:spPr/>
    </dgm:pt>
    <dgm:pt modelId="{77D3884B-7DFA-46CC-A01E-22B4FD9E0DE9}" type="pres">
      <dgm:prSet presAssocID="{CD421963-318A-4CB8-BBE6-65D0F408F412}" presName="ParentAccent8" presStyleLbl="alignNode1" presStyleIdx="7" presStyleCnt="34"/>
      <dgm:spPr/>
    </dgm:pt>
    <dgm:pt modelId="{849D6730-37BC-4CDA-BAEA-B041D244D3CA}" type="pres">
      <dgm:prSet presAssocID="{CD421963-318A-4CB8-BBE6-65D0F408F412}" presName="ParentAccent9" presStyleLbl="alignNode1" presStyleIdx="8" presStyleCnt="34"/>
      <dgm:spPr/>
    </dgm:pt>
    <dgm:pt modelId="{25198EE6-A1E3-4136-9A1B-01495805DE8F}" type="pres">
      <dgm:prSet presAssocID="{CD421963-318A-4CB8-BBE6-65D0F408F412}" presName="ParentAccent10" presStyleLbl="alignNode1" presStyleIdx="9" presStyleCnt="34"/>
      <dgm:spPr/>
    </dgm:pt>
    <dgm:pt modelId="{F7D6F7DE-3002-4E20-9B76-1E52945E8244}" type="pres">
      <dgm:prSet presAssocID="{CD421963-318A-4CB8-BBE6-65D0F408F412}" presName="Parent" presStyleLbl="alignNode1" presStyleIdx="10" presStyleCnt="34">
        <dgm:presLayoutVars>
          <dgm:chMax val="5"/>
          <dgm:chPref val="3"/>
          <dgm:bulletEnabled val="1"/>
        </dgm:presLayoutVars>
      </dgm:prSet>
      <dgm:spPr/>
    </dgm:pt>
    <dgm:pt modelId="{F489881B-6D46-4D6F-A193-1E51E5D1F353}" type="pres">
      <dgm:prSet presAssocID="{EE43562A-2FC5-4207-BCA3-17D5BD9891D7}" presName="Child1Accent1" presStyleLbl="alignNode1" presStyleIdx="11" presStyleCnt="34"/>
      <dgm:spPr/>
    </dgm:pt>
    <dgm:pt modelId="{F1A76F92-989E-4FA9-8597-FB1B2C97CC2C}" type="pres">
      <dgm:prSet presAssocID="{EE43562A-2FC5-4207-BCA3-17D5BD9891D7}" presName="Child1Accent2" presStyleLbl="alignNode1" presStyleIdx="12" presStyleCnt="34"/>
      <dgm:spPr/>
    </dgm:pt>
    <dgm:pt modelId="{8B71013D-1C29-4F2F-BA88-7198DF1623D4}" type="pres">
      <dgm:prSet presAssocID="{EE43562A-2FC5-4207-BCA3-17D5BD9891D7}" presName="Child1Accent3" presStyleLbl="alignNode1" presStyleIdx="13" presStyleCnt="34"/>
      <dgm:spPr/>
    </dgm:pt>
    <dgm:pt modelId="{51299B43-7B24-47BF-A7E3-03C9EC52934E}" type="pres">
      <dgm:prSet presAssocID="{EE43562A-2FC5-4207-BCA3-17D5BD9891D7}" presName="Child1Accent4" presStyleLbl="alignNode1" presStyleIdx="14" presStyleCnt="34"/>
      <dgm:spPr/>
    </dgm:pt>
    <dgm:pt modelId="{84A750F4-C726-4CD5-BE33-F251F7AE6024}" type="pres">
      <dgm:prSet presAssocID="{EE43562A-2FC5-4207-BCA3-17D5BD9891D7}" presName="Child1Accent5" presStyleLbl="alignNode1" presStyleIdx="15" presStyleCnt="34"/>
      <dgm:spPr/>
    </dgm:pt>
    <dgm:pt modelId="{B97C09AD-D24D-4409-B3B2-DE199BA945E3}" type="pres">
      <dgm:prSet presAssocID="{EE43562A-2FC5-4207-BCA3-17D5BD9891D7}" presName="Child1Accent6" presStyleLbl="alignNode1" presStyleIdx="16" presStyleCnt="34"/>
      <dgm:spPr/>
    </dgm:pt>
    <dgm:pt modelId="{0757C9EA-53AF-4171-AB63-46918DC120D0}" type="pres">
      <dgm:prSet presAssocID="{EE43562A-2FC5-4207-BCA3-17D5BD9891D7}" presName="Child1Accent7" presStyleLbl="alignNode1" presStyleIdx="17" presStyleCnt="34"/>
      <dgm:spPr/>
    </dgm:pt>
    <dgm:pt modelId="{C030CC36-17C0-4072-A3ED-F5F6DC8B412C}" type="pres">
      <dgm:prSet presAssocID="{EE43562A-2FC5-4207-BCA3-17D5BD9891D7}" presName="Child1Accent8" presStyleLbl="alignNode1" presStyleIdx="18" presStyleCnt="34"/>
      <dgm:spPr/>
    </dgm:pt>
    <dgm:pt modelId="{56AEEA62-71F8-4F40-AA88-B20326098CD6}" type="pres">
      <dgm:prSet presAssocID="{EE43562A-2FC5-4207-BCA3-17D5BD9891D7}" presName="Child1Accent9" presStyleLbl="alignNode1" presStyleIdx="19" presStyleCnt="34"/>
      <dgm:spPr/>
    </dgm:pt>
    <dgm:pt modelId="{AF564374-62EB-4DC2-9338-2614D41E459A}" type="pres">
      <dgm:prSet presAssocID="{EE43562A-2FC5-4207-BCA3-17D5BD9891D7}" presName="Child1" presStyleLbl="revTx" presStyleIdx="0" presStyleCnt="3">
        <dgm:presLayoutVars>
          <dgm:chMax/>
          <dgm:chPref val="0"/>
          <dgm:bulletEnabled val="1"/>
        </dgm:presLayoutVars>
      </dgm:prSet>
      <dgm:spPr/>
    </dgm:pt>
    <dgm:pt modelId="{46F5A6D2-CF18-451E-9E5A-7214985E0730}" type="pres">
      <dgm:prSet presAssocID="{723F4D00-91F3-4AB6-B14C-53A0755199E4}" presName="Child2Accent1" presStyleLbl="alignNode1" presStyleIdx="20" presStyleCnt="34"/>
      <dgm:spPr/>
    </dgm:pt>
    <dgm:pt modelId="{B568EE4D-DFDB-44B2-A843-CB13D30AC2A0}" type="pres">
      <dgm:prSet presAssocID="{723F4D00-91F3-4AB6-B14C-53A0755199E4}" presName="Child2Accent2" presStyleLbl="alignNode1" presStyleIdx="21" presStyleCnt="34"/>
      <dgm:spPr/>
    </dgm:pt>
    <dgm:pt modelId="{AD1D70BF-98AE-44E8-9233-FE5B2C66F8A6}" type="pres">
      <dgm:prSet presAssocID="{723F4D00-91F3-4AB6-B14C-53A0755199E4}" presName="Child2Accent3" presStyleLbl="alignNode1" presStyleIdx="22" presStyleCnt="34"/>
      <dgm:spPr/>
    </dgm:pt>
    <dgm:pt modelId="{6C13C39B-C242-4C85-862F-F1B6B55613A6}" type="pres">
      <dgm:prSet presAssocID="{723F4D00-91F3-4AB6-B14C-53A0755199E4}" presName="Child2Accent4" presStyleLbl="alignNode1" presStyleIdx="23" presStyleCnt="34"/>
      <dgm:spPr/>
    </dgm:pt>
    <dgm:pt modelId="{C5AD5DFE-8A32-4A06-B226-2EC6BB85775D}" type="pres">
      <dgm:prSet presAssocID="{723F4D00-91F3-4AB6-B14C-53A0755199E4}" presName="Child2Accent5" presStyleLbl="alignNode1" presStyleIdx="24" presStyleCnt="34"/>
      <dgm:spPr/>
    </dgm:pt>
    <dgm:pt modelId="{59C15A95-2CC7-49BB-AD10-BD5A50266A50}" type="pres">
      <dgm:prSet presAssocID="{723F4D00-91F3-4AB6-B14C-53A0755199E4}" presName="Child2Accent6" presStyleLbl="alignNode1" presStyleIdx="25" presStyleCnt="34"/>
      <dgm:spPr/>
    </dgm:pt>
    <dgm:pt modelId="{3F7C0541-7DCC-45C4-9475-E7B097DA7112}" type="pres">
      <dgm:prSet presAssocID="{723F4D00-91F3-4AB6-B14C-53A0755199E4}" presName="Child2Accent7" presStyleLbl="alignNode1" presStyleIdx="26" presStyleCnt="34"/>
      <dgm:spPr/>
    </dgm:pt>
    <dgm:pt modelId="{EEC984AA-9921-4DB6-8811-AE782FB2A374}" type="pres">
      <dgm:prSet presAssocID="{723F4D00-91F3-4AB6-B14C-53A0755199E4}" presName="Child2" presStyleLbl="revTx" presStyleIdx="1" presStyleCnt="3">
        <dgm:presLayoutVars>
          <dgm:chMax/>
          <dgm:chPref val="0"/>
          <dgm:bulletEnabled val="1"/>
        </dgm:presLayoutVars>
      </dgm:prSet>
      <dgm:spPr/>
    </dgm:pt>
    <dgm:pt modelId="{14ECE56B-0158-40F1-9FF2-2436D889799F}" type="pres">
      <dgm:prSet presAssocID="{D21F2C01-B617-4791-9112-6253D08D1A49}" presName="Child3Accent1" presStyleLbl="alignNode1" presStyleIdx="27" presStyleCnt="34"/>
      <dgm:spPr/>
    </dgm:pt>
    <dgm:pt modelId="{7FAD6812-D780-4151-B6C6-372CDE4ED64D}" type="pres">
      <dgm:prSet presAssocID="{D21F2C01-B617-4791-9112-6253D08D1A49}" presName="Child3Accent2" presStyleLbl="alignNode1" presStyleIdx="28" presStyleCnt="34"/>
      <dgm:spPr/>
    </dgm:pt>
    <dgm:pt modelId="{02EEA882-2BB7-4BD9-81D2-E4503657793F}" type="pres">
      <dgm:prSet presAssocID="{D21F2C01-B617-4791-9112-6253D08D1A49}" presName="Child3Accent3" presStyleLbl="alignNode1" presStyleIdx="29" presStyleCnt="34"/>
      <dgm:spPr/>
    </dgm:pt>
    <dgm:pt modelId="{6E89ADFC-60CB-47BE-8DA4-E6F0007B087C}" type="pres">
      <dgm:prSet presAssocID="{D21F2C01-B617-4791-9112-6253D08D1A49}" presName="Child3Accent4" presStyleLbl="alignNode1" presStyleIdx="30" presStyleCnt="34"/>
      <dgm:spPr/>
    </dgm:pt>
    <dgm:pt modelId="{B4A4B162-953A-4B39-BE18-0D51E8C5011B}" type="pres">
      <dgm:prSet presAssocID="{D21F2C01-B617-4791-9112-6253D08D1A49}" presName="Child3Accent5" presStyleLbl="alignNode1" presStyleIdx="31" presStyleCnt="34"/>
      <dgm:spPr/>
    </dgm:pt>
    <dgm:pt modelId="{37ADC9DD-D42A-4FEC-9689-B4125B93F03C}" type="pres">
      <dgm:prSet presAssocID="{D21F2C01-B617-4791-9112-6253D08D1A49}" presName="Child3Accent6" presStyleLbl="alignNode1" presStyleIdx="32" presStyleCnt="34"/>
      <dgm:spPr/>
    </dgm:pt>
    <dgm:pt modelId="{A41C48CC-8335-4ECE-89F6-FD53EFFA0CF2}" type="pres">
      <dgm:prSet presAssocID="{D21F2C01-B617-4791-9112-6253D08D1A49}" presName="Child3Accent7" presStyleLbl="alignNode1" presStyleIdx="33" presStyleCnt="34"/>
      <dgm:spPr/>
    </dgm:pt>
    <dgm:pt modelId="{0DB2E4D1-E35A-4BF2-A212-51673DF0AF07}" type="pres">
      <dgm:prSet presAssocID="{D21F2C01-B617-4791-9112-6253D08D1A49}" presName="Child3" presStyleLbl="revTx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F595070C-C3F3-46D1-AFF0-E1E5AAD8D7C0}" type="presOf" srcId="{723F4D00-91F3-4AB6-B14C-53A0755199E4}" destId="{EEC984AA-9921-4DB6-8811-AE782FB2A374}" srcOrd="0" destOrd="0" presId="urn:microsoft.com/office/officeart/2011/layout/ConvergingText"/>
    <dgm:cxn modelId="{84A10613-A8C9-4313-8C18-45D88989F7EA}" srcId="{CD421963-318A-4CB8-BBE6-65D0F408F412}" destId="{D21F2C01-B617-4791-9112-6253D08D1A49}" srcOrd="2" destOrd="0" parTransId="{CF96220A-ACCA-4DA7-A54C-04263DB635F2}" sibTransId="{AFA69799-F849-4026-8EB2-E1663596E2DA}"/>
    <dgm:cxn modelId="{8A32425E-551D-4812-AA59-26C70393770A}" type="presOf" srcId="{2B7F501C-8075-471D-9C17-63A9355F45DF}" destId="{51064308-E813-41F5-BE9C-6617D3AF27C5}" srcOrd="0" destOrd="0" presId="urn:microsoft.com/office/officeart/2011/layout/ConvergingText"/>
    <dgm:cxn modelId="{6A1E5667-7BAE-463D-92FC-0EEB2BE92FD1}" srcId="{CD421963-318A-4CB8-BBE6-65D0F408F412}" destId="{723F4D00-91F3-4AB6-B14C-53A0755199E4}" srcOrd="1" destOrd="0" parTransId="{B0334C17-C01C-4FFC-AAC8-BE32FD205BC7}" sibTransId="{3C8E0B47-3E6F-49B0-BBE0-9F6992C8F573}"/>
    <dgm:cxn modelId="{7A8BD56E-E647-44E1-BC0F-B05B4437E404}" type="presOf" srcId="{D21F2C01-B617-4791-9112-6253D08D1A49}" destId="{0DB2E4D1-E35A-4BF2-A212-51673DF0AF07}" srcOrd="0" destOrd="0" presId="urn:microsoft.com/office/officeart/2011/layout/ConvergingText"/>
    <dgm:cxn modelId="{9DEF8A59-B592-476A-A5C6-DC9B409CA37D}" srcId="{2B7F501C-8075-471D-9C17-63A9355F45DF}" destId="{CD421963-318A-4CB8-BBE6-65D0F408F412}" srcOrd="0" destOrd="0" parTransId="{29A2F326-ED73-444E-A4B6-9388CBC63505}" sibTransId="{6D0BCB3A-92D0-46A6-B734-B6F89CAD42F4}"/>
    <dgm:cxn modelId="{A77E937D-22E4-4D8A-86E9-87D4F43A88AC}" srcId="{CD421963-318A-4CB8-BBE6-65D0F408F412}" destId="{EE43562A-2FC5-4207-BCA3-17D5BD9891D7}" srcOrd="0" destOrd="0" parTransId="{1F3343BF-878B-44B7-B12F-AD58B6F4753F}" sibTransId="{87F43709-A6DC-43C6-8D09-636386809125}"/>
    <dgm:cxn modelId="{156A428D-D2C9-487D-B8C4-1838E931EDAA}" type="presOf" srcId="{CD421963-318A-4CB8-BBE6-65D0F408F412}" destId="{F7D6F7DE-3002-4E20-9B76-1E52945E8244}" srcOrd="0" destOrd="0" presId="urn:microsoft.com/office/officeart/2011/layout/ConvergingText"/>
    <dgm:cxn modelId="{CBD597C3-D0B5-45A1-B270-E7B002953598}" type="presOf" srcId="{EE43562A-2FC5-4207-BCA3-17D5BD9891D7}" destId="{AF564374-62EB-4DC2-9338-2614D41E459A}" srcOrd="0" destOrd="0" presId="urn:microsoft.com/office/officeart/2011/layout/ConvergingText"/>
    <dgm:cxn modelId="{50F9A17B-C26D-401D-AC34-9B352D762EBC}" type="presParOf" srcId="{51064308-E813-41F5-BE9C-6617D3AF27C5}" destId="{EFE1A92F-43D3-42A5-8051-30CAD09ED0F4}" srcOrd="0" destOrd="0" presId="urn:microsoft.com/office/officeart/2011/layout/ConvergingText"/>
    <dgm:cxn modelId="{66F11AA9-0FCE-4ED7-B56C-5C08A68D0B11}" type="presParOf" srcId="{EFE1A92F-43D3-42A5-8051-30CAD09ED0F4}" destId="{4257AB7C-FA6F-4EA3-821B-3BB0ABB29475}" srcOrd="0" destOrd="0" presId="urn:microsoft.com/office/officeart/2011/layout/ConvergingText"/>
    <dgm:cxn modelId="{E4F5C695-0C62-47E1-82D1-7F96B9155302}" type="presParOf" srcId="{EFE1A92F-43D3-42A5-8051-30CAD09ED0F4}" destId="{DCDB78E5-4734-4143-A4BA-E8DA0FFA2841}" srcOrd="1" destOrd="0" presId="urn:microsoft.com/office/officeart/2011/layout/ConvergingText"/>
    <dgm:cxn modelId="{1087026F-5EE7-4AFA-85D1-BD941BDAA893}" type="presParOf" srcId="{EFE1A92F-43D3-42A5-8051-30CAD09ED0F4}" destId="{45BC2EFB-6F2D-46CE-A3DF-18BADDF5F235}" srcOrd="2" destOrd="0" presId="urn:microsoft.com/office/officeart/2011/layout/ConvergingText"/>
    <dgm:cxn modelId="{D5A2F79B-6B83-4EA5-8D23-F15AC44AC450}" type="presParOf" srcId="{EFE1A92F-43D3-42A5-8051-30CAD09ED0F4}" destId="{D0207297-D702-4B79-8F17-C47CC47C503F}" srcOrd="3" destOrd="0" presId="urn:microsoft.com/office/officeart/2011/layout/ConvergingText"/>
    <dgm:cxn modelId="{2D2F41FE-F229-4835-9DD0-7C5D0BB09486}" type="presParOf" srcId="{EFE1A92F-43D3-42A5-8051-30CAD09ED0F4}" destId="{56951871-7314-411B-A0B8-CE1FF3409178}" srcOrd="4" destOrd="0" presId="urn:microsoft.com/office/officeart/2011/layout/ConvergingText"/>
    <dgm:cxn modelId="{AFA45804-4CB7-4D78-8660-BEF4E4841088}" type="presParOf" srcId="{EFE1A92F-43D3-42A5-8051-30CAD09ED0F4}" destId="{A09CAA01-6B7A-436B-BC10-3D8EEA713C04}" srcOrd="5" destOrd="0" presId="urn:microsoft.com/office/officeart/2011/layout/ConvergingText"/>
    <dgm:cxn modelId="{E39C192E-4AAD-4525-85F3-7E0C58FD98B9}" type="presParOf" srcId="{EFE1A92F-43D3-42A5-8051-30CAD09ED0F4}" destId="{6D71682C-5D29-4324-9952-F9F89CBDF7B5}" srcOrd="6" destOrd="0" presId="urn:microsoft.com/office/officeart/2011/layout/ConvergingText"/>
    <dgm:cxn modelId="{5EA97622-24B4-4933-BCA2-EBE01F184B5E}" type="presParOf" srcId="{EFE1A92F-43D3-42A5-8051-30CAD09ED0F4}" destId="{77D3884B-7DFA-46CC-A01E-22B4FD9E0DE9}" srcOrd="7" destOrd="0" presId="urn:microsoft.com/office/officeart/2011/layout/ConvergingText"/>
    <dgm:cxn modelId="{2AD58949-C54B-4B21-87DB-62075F5BA791}" type="presParOf" srcId="{EFE1A92F-43D3-42A5-8051-30CAD09ED0F4}" destId="{849D6730-37BC-4CDA-BAEA-B041D244D3CA}" srcOrd="8" destOrd="0" presId="urn:microsoft.com/office/officeart/2011/layout/ConvergingText"/>
    <dgm:cxn modelId="{8F73FD94-B7E2-4BF1-B4A0-278409684C14}" type="presParOf" srcId="{EFE1A92F-43D3-42A5-8051-30CAD09ED0F4}" destId="{25198EE6-A1E3-4136-9A1B-01495805DE8F}" srcOrd="9" destOrd="0" presId="urn:microsoft.com/office/officeart/2011/layout/ConvergingText"/>
    <dgm:cxn modelId="{1A8B8967-8448-4B8E-BC74-12233758A247}" type="presParOf" srcId="{EFE1A92F-43D3-42A5-8051-30CAD09ED0F4}" destId="{F7D6F7DE-3002-4E20-9B76-1E52945E8244}" srcOrd="10" destOrd="0" presId="urn:microsoft.com/office/officeart/2011/layout/ConvergingText"/>
    <dgm:cxn modelId="{A0EED995-04B8-4B6B-AEE9-16F1D97DBE18}" type="presParOf" srcId="{EFE1A92F-43D3-42A5-8051-30CAD09ED0F4}" destId="{F489881B-6D46-4D6F-A193-1E51E5D1F353}" srcOrd="11" destOrd="0" presId="urn:microsoft.com/office/officeart/2011/layout/ConvergingText"/>
    <dgm:cxn modelId="{2AFBB014-46C7-4C76-AD6C-A55CFC9433C4}" type="presParOf" srcId="{EFE1A92F-43D3-42A5-8051-30CAD09ED0F4}" destId="{F1A76F92-989E-4FA9-8597-FB1B2C97CC2C}" srcOrd="12" destOrd="0" presId="urn:microsoft.com/office/officeart/2011/layout/ConvergingText"/>
    <dgm:cxn modelId="{3AFF9EE3-65EC-442B-8E03-7BD9C768D3E0}" type="presParOf" srcId="{EFE1A92F-43D3-42A5-8051-30CAD09ED0F4}" destId="{8B71013D-1C29-4F2F-BA88-7198DF1623D4}" srcOrd="13" destOrd="0" presId="urn:microsoft.com/office/officeart/2011/layout/ConvergingText"/>
    <dgm:cxn modelId="{520FA387-8135-4B07-AC26-4015C0A50CD6}" type="presParOf" srcId="{EFE1A92F-43D3-42A5-8051-30CAD09ED0F4}" destId="{51299B43-7B24-47BF-A7E3-03C9EC52934E}" srcOrd="14" destOrd="0" presId="urn:microsoft.com/office/officeart/2011/layout/ConvergingText"/>
    <dgm:cxn modelId="{7BF96F5B-FA7D-4811-96E5-EECCB09CC263}" type="presParOf" srcId="{EFE1A92F-43D3-42A5-8051-30CAD09ED0F4}" destId="{84A750F4-C726-4CD5-BE33-F251F7AE6024}" srcOrd="15" destOrd="0" presId="urn:microsoft.com/office/officeart/2011/layout/ConvergingText"/>
    <dgm:cxn modelId="{C25F402B-EF82-4050-AE46-5564E1FD539D}" type="presParOf" srcId="{EFE1A92F-43D3-42A5-8051-30CAD09ED0F4}" destId="{B97C09AD-D24D-4409-B3B2-DE199BA945E3}" srcOrd="16" destOrd="0" presId="urn:microsoft.com/office/officeart/2011/layout/ConvergingText"/>
    <dgm:cxn modelId="{B7D7F710-F0E9-43FA-8014-2D629AA47DC4}" type="presParOf" srcId="{EFE1A92F-43D3-42A5-8051-30CAD09ED0F4}" destId="{0757C9EA-53AF-4171-AB63-46918DC120D0}" srcOrd="17" destOrd="0" presId="urn:microsoft.com/office/officeart/2011/layout/ConvergingText"/>
    <dgm:cxn modelId="{5406B833-6E45-4AE5-8000-46E3AC8F9F04}" type="presParOf" srcId="{EFE1A92F-43D3-42A5-8051-30CAD09ED0F4}" destId="{C030CC36-17C0-4072-A3ED-F5F6DC8B412C}" srcOrd="18" destOrd="0" presId="urn:microsoft.com/office/officeart/2011/layout/ConvergingText"/>
    <dgm:cxn modelId="{80EF351C-5F27-4D70-92D6-27DF0C607825}" type="presParOf" srcId="{EFE1A92F-43D3-42A5-8051-30CAD09ED0F4}" destId="{56AEEA62-71F8-4F40-AA88-B20326098CD6}" srcOrd="19" destOrd="0" presId="urn:microsoft.com/office/officeart/2011/layout/ConvergingText"/>
    <dgm:cxn modelId="{0DC21B5F-3916-4FFB-830D-2BF82CC7E49A}" type="presParOf" srcId="{EFE1A92F-43D3-42A5-8051-30CAD09ED0F4}" destId="{AF564374-62EB-4DC2-9338-2614D41E459A}" srcOrd="20" destOrd="0" presId="urn:microsoft.com/office/officeart/2011/layout/ConvergingText"/>
    <dgm:cxn modelId="{684AA45D-500A-4394-883F-5772B93EFFE9}" type="presParOf" srcId="{EFE1A92F-43D3-42A5-8051-30CAD09ED0F4}" destId="{46F5A6D2-CF18-451E-9E5A-7214985E0730}" srcOrd="21" destOrd="0" presId="urn:microsoft.com/office/officeart/2011/layout/ConvergingText"/>
    <dgm:cxn modelId="{673B8B56-2039-4FA9-88F6-A16B1B6835F3}" type="presParOf" srcId="{EFE1A92F-43D3-42A5-8051-30CAD09ED0F4}" destId="{B568EE4D-DFDB-44B2-A843-CB13D30AC2A0}" srcOrd="22" destOrd="0" presId="urn:microsoft.com/office/officeart/2011/layout/ConvergingText"/>
    <dgm:cxn modelId="{AD23D821-B149-417F-9F87-23B949861560}" type="presParOf" srcId="{EFE1A92F-43D3-42A5-8051-30CAD09ED0F4}" destId="{AD1D70BF-98AE-44E8-9233-FE5B2C66F8A6}" srcOrd="23" destOrd="0" presId="urn:microsoft.com/office/officeart/2011/layout/ConvergingText"/>
    <dgm:cxn modelId="{F144ECDE-7248-409B-92A6-BF802A2C30C4}" type="presParOf" srcId="{EFE1A92F-43D3-42A5-8051-30CAD09ED0F4}" destId="{6C13C39B-C242-4C85-862F-F1B6B55613A6}" srcOrd="24" destOrd="0" presId="urn:microsoft.com/office/officeart/2011/layout/ConvergingText"/>
    <dgm:cxn modelId="{D9CBF933-79AE-4522-99AD-78F8E3DAD49F}" type="presParOf" srcId="{EFE1A92F-43D3-42A5-8051-30CAD09ED0F4}" destId="{C5AD5DFE-8A32-4A06-B226-2EC6BB85775D}" srcOrd="25" destOrd="0" presId="urn:microsoft.com/office/officeart/2011/layout/ConvergingText"/>
    <dgm:cxn modelId="{405B6B38-0B7A-4DC2-9BB6-939C09797DEA}" type="presParOf" srcId="{EFE1A92F-43D3-42A5-8051-30CAD09ED0F4}" destId="{59C15A95-2CC7-49BB-AD10-BD5A50266A50}" srcOrd="26" destOrd="0" presId="urn:microsoft.com/office/officeart/2011/layout/ConvergingText"/>
    <dgm:cxn modelId="{5577DE13-9E57-46B9-BC0F-01A2957F7022}" type="presParOf" srcId="{EFE1A92F-43D3-42A5-8051-30CAD09ED0F4}" destId="{3F7C0541-7DCC-45C4-9475-E7B097DA7112}" srcOrd="27" destOrd="0" presId="urn:microsoft.com/office/officeart/2011/layout/ConvergingText"/>
    <dgm:cxn modelId="{3A3FD8FA-A05B-4290-B5AE-DE7BBD99C783}" type="presParOf" srcId="{EFE1A92F-43D3-42A5-8051-30CAD09ED0F4}" destId="{EEC984AA-9921-4DB6-8811-AE782FB2A374}" srcOrd="28" destOrd="0" presId="urn:microsoft.com/office/officeart/2011/layout/ConvergingText"/>
    <dgm:cxn modelId="{78E8F5BD-F5BB-440C-879E-B46B86EC4D3B}" type="presParOf" srcId="{EFE1A92F-43D3-42A5-8051-30CAD09ED0F4}" destId="{14ECE56B-0158-40F1-9FF2-2436D889799F}" srcOrd="29" destOrd="0" presId="urn:microsoft.com/office/officeart/2011/layout/ConvergingText"/>
    <dgm:cxn modelId="{BC3803CE-7099-4B82-88EB-CFA769688402}" type="presParOf" srcId="{EFE1A92F-43D3-42A5-8051-30CAD09ED0F4}" destId="{7FAD6812-D780-4151-B6C6-372CDE4ED64D}" srcOrd="30" destOrd="0" presId="urn:microsoft.com/office/officeart/2011/layout/ConvergingText"/>
    <dgm:cxn modelId="{F64F211D-E772-4F9A-8320-243C156C475A}" type="presParOf" srcId="{EFE1A92F-43D3-42A5-8051-30CAD09ED0F4}" destId="{02EEA882-2BB7-4BD9-81D2-E4503657793F}" srcOrd="31" destOrd="0" presId="urn:microsoft.com/office/officeart/2011/layout/ConvergingText"/>
    <dgm:cxn modelId="{4709617D-617A-4F08-B129-5660FE3D472C}" type="presParOf" srcId="{EFE1A92F-43D3-42A5-8051-30CAD09ED0F4}" destId="{6E89ADFC-60CB-47BE-8DA4-E6F0007B087C}" srcOrd="32" destOrd="0" presId="urn:microsoft.com/office/officeart/2011/layout/ConvergingText"/>
    <dgm:cxn modelId="{855C0053-B97A-4887-83E8-EDC49AC9DC22}" type="presParOf" srcId="{EFE1A92F-43D3-42A5-8051-30CAD09ED0F4}" destId="{B4A4B162-953A-4B39-BE18-0D51E8C5011B}" srcOrd="33" destOrd="0" presId="urn:microsoft.com/office/officeart/2011/layout/ConvergingText"/>
    <dgm:cxn modelId="{C3A28A74-E460-4996-A278-CBE094E7559C}" type="presParOf" srcId="{EFE1A92F-43D3-42A5-8051-30CAD09ED0F4}" destId="{37ADC9DD-D42A-4FEC-9689-B4125B93F03C}" srcOrd="34" destOrd="0" presId="urn:microsoft.com/office/officeart/2011/layout/ConvergingText"/>
    <dgm:cxn modelId="{E78D4CE9-0A54-4BD7-A9DC-1CB30289ED34}" type="presParOf" srcId="{EFE1A92F-43D3-42A5-8051-30CAD09ED0F4}" destId="{A41C48CC-8335-4ECE-89F6-FD53EFFA0CF2}" srcOrd="35" destOrd="0" presId="urn:microsoft.com/office/officeart/2011/layout/ConvergingText"/>
    <dgm:cxn modelId="{87AEABE1-4A89-438D-81D7-FB1CE37EF9EA}" type="presParOf" srcId="{EFE1A92F-43D3-42A5-8051-30CAD09ED0F4}" destId="{0DB2E4D1-E35A-4BF2-A212-51673DF0AF07}" srcOrd="36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6E6AD47-7499-4824-AA15-C1823A5E9514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AE863A-31D1-4395-B4FA-87C6DF113B5B}">
      <dgm:prSet phldrT="[Text]"/>
      <dgm:spPr/>
      <dgm:t>
        <a:bodyPr/>
        <a:lstStyle/>
        <a:p>
          <a:r>
            <a:rPr lang="en-US">
              <a:solidFill>
                <a:schemeClr val="bg1"/>
              </a:solidFill>
            </a:rPr>
            <a:t>Unit manager notified </a:t>
          </a:r>
          <a:endParaRPr lang="en-US" dirty="0">
            <a:solidFill>
              <a:schemeClr val="bg1"/>
            </a:solidFill>
          </a:endParaRPr>
        </a:p>
      </dgm:t>
    </dgm:pt>
    <dgm:pt modelId="{7A50A0FC-EE06-4649-9F3E-8E2DC04589F7}" type="parTrans" cxnId="{F51DA75C-8A4D-495D-A374-A22DBB6A710F}">
      <dgm:prSet/>
      <dgm:spPr/>
      <dgm:t>
        <a:bodyPr/>
        <a:lstStyle/>
        <a:p>
          <a:endParaRPr lang="en-US"/>
        </a:p>
      </dgm:t>
    </dgm:pt>
    <dgm:pt modelId="{799A4CD0-61C2-4558-AA75-A3D283673072}" type="sibTrans" cxnId="{F51DA75C-8A4D-495D-A374-A22DBB6A710F}">
      <dgm:prSet/>
      <dgm:spPr/>
      <dgm:t>
        <a:bodyPr/>
        <a:lstStyle/>
        <a:p>
          <a:endParaRPr lang="en-US"/>
        </a:p>
      </dgm:t>
    </dgm:pt>
    <dgm:pt modelId="{9F88DBA8-2E78-4938-92BC-FC5572C8889E}">
      <dgm:prSet phldrT="[Text]"/>
      <dgm:spPr/>
      <dgm:t>
        <a:bodyPr/>
        <a:lstStyle/>
        <a:p>
          <a:r>
            <a:rPr lang="en-US">
              <a:solidFill>
                <a:schemeClr val="bg1"/>
              </a:solidFill>
            </a:rPr>
            <a:t>Occurrence or prevalence counted </a:t>
          </a:r>
          <a:endParaRPr lang="en-US" dirty="0">
            <a:solidFill>
              <a:schemeClr val="bg1"/>
            </a:solidFill>
          </a:endParaRPr>
        </a:p>
      </dgm:t>
    </dgm:pt>
    <dgm:pt modelId="{A4906023-293B-4FFC-A95A-030E81A4255F}" type="parTrans" cxnId="{41C58554-1A7F-4EB6-839F-00FE1E4D9516}">
      <dgm:prSet/>
      <dgm:spPr/>
      <dgm:t>
        <a:bodyPr/>
        <a:lstStyle/>
        <a:p>
          <a:endParaRPr lang="en-US"/>
        </a:p>
      </dgm:t>
    </dgm:pt>
    <dgm:pt modelId="{51547AB0-9836-42B2-B583-392A49B36121}" type="sibTrans" cxnId="{41C58554-1A7F-4EB6-839F-00FE1E4D9516}">
      <dgm:prSet/>
      <dgm:spPr/>
      <dgm:t>
        <a:bodyPr/>
        <a:lstStyle/>
        <a:p>
          <a:endParaRPr lang="en-US"/>
        </a:p>
      </dgm:t>
    </dgm:pt>
    <dgm:pt modelId="{8351E23C-2716-4EC0-918B-03BC3E17AEF3}">
      <dgm:prSet phldrT="[Text]"/>
      <dgm:spPr/>
      <dgm:t>
        <a:bodyPr/>
        <a:lstStyle/>
        <a:p>
          <a:r>
            <a:rPr lang="en-US">
              <a:solidFill>
                <a:schemeClr val="bg1"/>
              </a:solidFill>
            </a:rPr>
            <a:t>Unit staff notified </a:t>
          </a:r>
          <a:endParaRPr lang="en-US" dirty="0">
            <a:solidFill>
              <a:schemeClr val="bg1"/>
            </a:solidFill>
          </a:endParaRPr>
        </a:p>
      </dgm:t>
    </dgm:pt>
    <dgm:pt modelId="{C5FD7CC4-C69C-4C46-BC5F-721E1BD9AAE9}" type="parTrans" cxnId="{7BE5CCDD-6E19-4869-8FEE-06D11ECDA823}">
      <dgm:prSet/>
      <dgm:spPr/>
      <dgm:t>
        <a:bodyPr/>
        <a:lstStyle/>
        <a:p>
          <a:endParaRPr lang="en-US"/>
        </a:p>
      </dgm:t>
    </dgm:pt>
    <dgm:pt modelId="{56441AB9-4DD9-48CD-8EB0-51934D00818E}" type="sibTrans" cxnId="{7BE5CCDD-6E19-4869-8FEE-06D11ECDA823}">
      <dgm:prSet/>
      <dgm:spPr/>
      <dgm:t>
        <a:bodyPr/>
        <a:lstStyle/>
        <a:p>
          <a:endParaRPr lang="en-US"/>
        </a:p>
      </dgm:t>
    </dgm:pt>
    <dgm:pt modelId="{039C4507-0C51-47E7-BFAB-76BCAC39F66B}" type="pres">
      <dgm:prSet presAssocID="{36E6AD47-7499-4824-AA15-C1823A5E9514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8E6FE43-C385-4F82-8C3F-3DCABF7F0D7D}" type="pres">
      <dgm:prSet presAssocID="{8351E23C-2716-4EC0-918B-03BC3E17AEF3}" presName="Accent3" presStyleCnt="0"/>
      <dgm:spPr/>
    </dgm:pt>
    <dgm:pt modelId="{5AEEF3F4-D743-4254-92CA-740E84FD5A79}" type="pres">
      <dgm:prSet presAssocID="{8351E23C-2716-4EC0-918B-03BC3E17AEF3}" presName="Accent" presStyleLbl="node1" presStyleIdx="0" presStyleCnt="3"/>
      <dgm:spPr/>
    </dgm:pt>
    <dgm:pt modelId="{5FE4A7B6-A198-4121-BA4D-AD1B982EA928}" type="pres">
      <dgm:prSet presAssocID="{8351E23C-2716-4EC0-918B-03BC3E17AEF3}" presName="ParentBackground3" presStyleCnt="0"/>
      <dgm:spPr/>
    </dgm:pt>
    <dgm:pt modelId="{03C40E76-A2E3-4043-8A99-8D15D3EF5CD4}" type="pres">
      <dgm:prSet presAssocID="{8351E23C-2716-4EC0-918B-03BC3E17AEF3}" presName="ParentBackground" presStyleLbl="fgAcc1" presStyleIdx="0" presStyleCnt="3"/>
      <dgm:spPr/>
    </dgm:pt>
    <dgm:pt modelId="{78783C2B-F583-48A1-9ECC-3E0727104737}" type="pres">
      <dgm:prSet presAssocID="{8351E23C-2716-4EC0-918B-03BC3E17AEF3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FAD0EDB-2D91-48E4-A627-8CA681716C65}" type="pres">
      <dgm:prSet presAssocID="{9F88DBA8-2E78-4938-92BC-FC5572C8889E}" presName="Accent2" presStyleCnt="0"/>
      <dgm:spPr/>
    </dgm:pt>
    <dgm:pt modelId="{2DAE953F-B79C-4FBF-8DC0-5470B35FB9D9}" type="pres">
      <dgm:prSet presAssocID="{9F88DBA8-2E78-4938-92BC-FC5572C8889E}" presName="Accent" presStyleLbl="node1" presStyleIdx="1" presStyleCnt="3"/>
      <dgm:spPr/>
    </dgm:pt>
    <dgm:pt modelId="{50669CB0-54E9-4D43-B2AE-4F106E3A2A0C}" type="pres">
      <dgm:prSet presAssocID="{9F88DBA8-2E78-4938-92BC-FC5572C8889E}" presName="ParentBackground2" presStyleCnt="0"/>
      <dgm:spPr/>
    </dgm:pt>
    <dgm:pt modelId="{B43E9F06-7E94-4C5C-9BD8-AE8C35606EAB}" type="pres">
      <dgm:prSet presAssocID="{9F88DBA8-2E78-4938-92BC-FC5572C8889E}" presName="ParentBackground" presStyleLbl="fgAcc1" presStyleIdx="1" presStyleCnt="3"/>
      <dgm:spPr/>
    </dgm:pt>
    <dgm:pt modelId="{661AA0B5-F517-4A17-A374-3B8F0ECB3B35}" type="pres">
      <dgm:prSet presAssocID="{9F88DBA8-2E78-4938-92BC-FC5572C8889E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A5A1738-6ADB-4DA9-86C1-3956727630EC}" type="pres">
      <dgm:prSet presAssocID="{62AE863A-31D1-4395-B4FA-87C6DF113B5B}" presName="Accent1" presStyleCnt="0"/>
      <dgm:spPr/>
    </dgm:pt>
    <dgm:pt modelId="{B6D80634-6B5F-4C42-9978-4B41722BBFAF}" type="pres">
      <dgm:prSet presAssocID="{62AE863A-31D1-4395-B4FA-87C6DF113B5B}" presName="Accent" presStyleLbl="node1" presStyleIdx="2" presStyleCnt="3"/>
      <dgm:spPr/>
    </dgm:pt>
    <dgm:pt modelId="{D9F54ABB-40E6-4018-83ED-FF3315DC2A28}" type="pres">
      <dgm:prSet presAssocID="{62AE863A-31D1-4395-B4FA-87C6DF113B5B}" presName="ParentBackground1" presStyleCnt="0"/>
      <dgm:spPr/>
    </dgm:pt>
    <dgm:pt modelId="{D675DC65-E9A9-4BB6-B333-F20C793E0990}" type="pres">
      <dgm:prSet presAssocID="{62AE863A-31D1-4395-B4FA-87C6DF113B5B}" presName="ParentBackground" presStyleLbl="fgAcc1" presStyleIdx="2" presStyleCnt="3"/>
      <dgm:spPr/>
    </dgm:pt>
    <dgm:pt modelId="{B5CF7DEC-7965-463D-B502-92A00CD3472F}" type="pres">
      <dgm:prSet presAssocID="{62AE863A-31D1-4395-B4FA-87C6DF113B5B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0EE3B701-E774-4DF3-8F94-4EA30FCA80F4}" type="presOf" srcId="{9F88DBA8-2E78-4938-92BC-FC5572C8889E}" destId="{661AA0B5-F517-4A17-A374-3B8F0ECB3B35}" srcOrd="1" destOrd="0" presId="urn:microsoft.com/office/officeart/2011/layout/CircleProcess"/>
    <dgm:cxn modelId="{7282BE38-AFDD-4087-A8A5-DC20EA26E2B9}" type="presOf" srcId="{9F88DBA8-2E78-4938-92BC-FC5572C8889E}" destId="{B43E9F06-7E94-4C5C-9BD8-AE8C35606EAB}" srcOrd="0" destOrd="0" presId="urn:microsoft.com/office/officeart/2011/layout/CircleProcess"/>
    <dgm:cxn modelId="{F51DA75C-8A4D-495D-A374-A22DBB6A710F}" srcId="{36E6AD47-7499-4824-AA15-C1823A5E9514}" destId="{62AE863A-31D1-4395-B4FA-87C6DF113B5B}" srcOrd="0" destOrd="0" parTransId="{7A50A0FC-EE06-4649-9F3E-8E2DC04589F7}" sibTransId="{799A4CD0-61C2-4558-AA75-A3D283673072}"/>
    <dgm:cxn modelId="{41C58554-1A7F-4EB6-839F-00FE1E4D9516}" srcId="{36E6AD47-7499-4824-AA15-C1823A5E9514}" destId="{9F88DBA8-2E78-4938-92BC-FC5572C8889E}" srcOrd="1" destOrd="0" parTransId="{A4906023-293B-4FFC-A95A-030E81A4255F}" sibTransId="{51547AB0-9836-42B2-B583-392A49B36121}"/>
    <dgm:cxn modelId="{5604B293-DDC4-4526-A8E2-92F3336721A1}" type="presOf" srcId="{8351E23C-2716-4EC0-918B-03BC3E17AEF3}" destId="{03C40E76-A2E3-4043-8A99-8D15D3EF5CD4}" srcOrd="0" destOrd="0" presId="urn:microsoft.com/office/officeart/2011/layout/CircleProcess"/>
    <dgm:cxn modelId="{9976F89B-3D37-4AF8-8A02-D3152BEE4348}" type="presOf" srcId="{62AE863A-31D1-4395-B4FA-87C6DF113B5B}" destId="{B5CF7DEC-7965-463D-B502-92A00CD3472F}" srcOrd="1" destOrd="0" presId="urn:microsoft.com/office/officeart/2011/layout/CircleProcess"/>
    <dgm:cxn modelId="{74E854C1-18D4-4610-A592-B609D227F0BD}" type="presOf" srcId="{36E6AD47-7499-4824-AA15-C1823A5E9514}" destId="{039C4507-0C51-47E7-BFAB-76BCAC39F66B}" srcOrd="0" destOrd="0" presId="urn:microsoft.com/office/officeart/2011/layout/CircleProcess"/>
    <dgm:cxn modelId="{D98873CB-6251-4CCD-A941-F0B856A664FE}" type="presOf" srcId="{8351E23C-2716-4EC0-918B-03BC3E17AEF3}" destId="{78783C2B-F583-48A1-9ECC-3E0727104737}" srcOrd="1" destOrd="0" presId="urn:microsoft.com/office/officeart/2011/layout/CircleProcess"/>
    <dgm:cxn modelId="{21E227DD-F1E9-4115-9702-1DBCD9461FB5}" type="presOf" srcId="{62AE863A-31D1-4395-B4FA-87C6DF113B5B}" destId="{D675DC65-E9A9-4BB6-B333-F20C793E0990}" srcOrd="0" destOrd="0" presId="urn:microsoft.com/office/officeart/2011/layout/CircleProcess"/>
    <dgm:cxn modelId="{7BE5CCDD-6E19-4869-8FEE-06D11ECDA823}" srcId="{36E6AD47-7499-4824-AA15-C1823A5E9514}" destId="{8351E23C-2716-4EC0-918B-03BC3E17AEF3}" srcOrd="2" destOrd="0" parTransId="{C5FD7CC4-C69C-4C46-BC5F-721E1BD9AAE9}" sibTransId="{56441AB9-4DD9-48CD-8EB0-51934D00818E}"/>
    <dgm:cxn modelId="{9B41B7E0-FA9D-4E9D-806D-6773EAB749D8}" type="presParOf" srcId="{039C4507-0C51-47E7-BFAB-76BCAC39F66B}" destId="{88E6FE43-C385-4F82-8C3F-3DCABF7F0D7D}" srcOrd="0" destOrd="0" presId="urn:microsoft.com/office/officeart/2011/layout/CircleProcess"/>
    <dgm:cxn modelId="{C2FF5C48-7B03-4C68-98E1-004C0F0D5892}" type="presParOf" srcId="{88E6FE43-C385-4F82-8C3F-3DCABF7F0D7D}" destId="{5AEEF3F4-D743-4254-92CA-740E84FD5A79}" srcOrd="0" destOrd="0" presId="urn:microsoft.com/office/officeart/2011/layout/CircleProcess"/>
    <dgm:cxn modelId="{C30D59F7-2FF2-4731-BF13-B5B90E6E31A0}" type="presParOf" srcId="{039C4507-0C51-47E7-BFAB-76BCAC39F66B}" destId="{5FE4A7B6-A198-4121-BA4D-AD1B982EA928}" srcOrd="1" destOrd="0" presId="urn:microsoft.com/office/officeart/2011/layout/CircleProcess"/>
    <dgm:cxn modelId="{056A8F6C-2C7E-4DBA-A0F1-0CC08D140861}" type="presParOf" srcId="{5FE4A7B6-A198-4121-BA4D-AD1B982EA928}" destId="{03C40E76-A2E3-4043-8A99-8D15D3EF5CD4}" srcOrd="0" destOrd="0" presId="urn:microsoft.com/office/officeart/2011/layout/CircleProcess"/>
    <dgm:cxn modelId="{82EA26B5-5496-40B3-A5BD-4638CC4BEAF7}" type="presParOf" srcId="{039C4507-0C51-47E7-BFAB-76BCAC39F66B}" destId="{78783C2B-F583-48A1-9ECC-3E0727104737}" srcOrd="2" destOrd="0" presId="urn:microsoft.com/office/officeart/2011/layout/CircleProcess"/>
    <dgm:cxn modelId="{D6DD229A-7AD4-4426-B78E-35B2F9970FFE}" type="presParOf" srcId="{039C4507-0C51-47E7-BFAB-76BCAC39F66B}" destId="{2FAD0EDB-2D91-48E4-A627-8CA681716C65}" srcOrd="3" destOrd="0" presId="urn:microsoft.com/office/officeart/2011/layout/CircleProcess"/>
    <dgm:cxn modelId="{D0AB789B-065A-4C0E-B4D2-57FC38F14D06}" type="presParOf" srcId="{2FAD0EDB-2D91-48E4-A627-8CA681716C65}" destId="{2DAE953F-B79C-4FBF-8DC0-5470B35FB9D9}" srcOrd="0" destOrd="0" presId="urn:microsoft.com/office/officeart/2011/layout/CircleProcess"/>
    <dgm:cxn modelId="{698E5580-5B3D-4B07-A65E-898203F19890}" type="presParOf" srcId="{039C4507-0C51-47E7-BFAB-76BCAC39F66B}" destId="{50669CB0-54E9-4D43-B2AE-4F106E3A2A0C}" srcOrd="4" destOrd="0" presId="urn:microsoft.com/office/officeart/2011/layout/CircleProcess"/>
    <dgm:cxn modelId="{8FA4B543-F16A-4B9E-ACF7-7B9BFD5D098C}" type="presParOf" srcId="{50669CB0-54E9-4D43-B2AE-4F106E3A2A0C}" destId="{B43E9F06-7E94-4C5C-9BD8-AE8C35606EAB}" srcOrd="0" destOrd="0" presId="urn:microsoft.com/office/officeart/2011/layout/CircleProcess"/>
    <dgm:cxn modelId="{26DFD428-C4E4-4783-8892-E5EED74D6FB3}" type="presParOf" srcId="{039C4507-0C51-47E7-BFAB-76BCAC39F66B}" destId="{661AA0B5-F517-4A17-A374-3B8F0ECB3B35}" srcOrd="5" destOrd="0" presId="urn:microsoft.com/office/officeart/2011/layout/CircleProcess"/>
    <dgm:cxn modelId="{B1A9F449-8A0D-44D8-BC21-99D5D7832760}" type="presParOf" srcId="{039C4507-0C51-47E7-BFAB-76BCAC39F66B}" destId="{FA5A1738-6ADB-4DA9-86C1-3956727630EC}" srcOrd="6" destOrd="0" presId="urn:microsoft.com/office/officeart/2011/layout/CircleProcess"/>
    <dgm:cxn modelId="{A5505726-2F4A-4294-80BB-68B147A7759D}" type="presParOf" srcId="{FA5A1738-6ADB-4DA9-86C1-3956727630EC}" destId="{B6D80634-6B5F-4C42-9978-4B41722BBFAF}" srcOrd="0" destOrd="0" presId="urn:microsoft.com/office/officeart/2011/layout/CircleProcess"/>
    <dgm:cxn modelId="{CB0FA7A8-6229-46B3-ADE6-270E957913C2}" type="presParOf" srcId="{039C4507-0C51-47E7-BFAB-76BCAC39F66B}" destId="{D9F54ABB-40E6-4018-83ED-FF3315DC2A28}" srcOrd="7" destOrd="0" presId="urn:microsoft.com/office/officeart/2011/layout/CircleProcess"/>
    <dgm:cxn modelId="{22E7E56A-7964-417F-BEC4-BA39D21C4CE3}" type="presParOf" srcId="{D9F54ABB-40E6-4018-83ED-FF3315DC2A28}" destId="{D675DC65-E9A9-4BB6-B333-F20C793E0990}" srcOrd="0" destOrd="0" presId="urn:microsoft.com/office/officeart/2011/layout/CircleProcess"/>
    <dgm:cxn modelId="{7829408C-FDA1-4D3D-9DDF-80D4D243890D}" type="presParOf" srcId="{039C4507-0C51-47E7-BFAB-76BCAC39F66B}" destId="{B5CF7DEC-7965-463D-B502-92A00CD3472F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8AC5DF-FFA7-4010-920B-EF3D81EB1D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8F65642C-2A78-465B-AC3A-062B494F2EEC}" type="pres">
      <dgm:prSet presAssocID="{7B8AC5DF-FFA7-4010-920B-EF3D81EB1D8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45EB941B-B4D6-4E3C-B24B-EB220B54C951}" type="presOf" srcId="{7B8AC5DF-FFA7-4010-920B-EF3D81EB1D84}" destId="{8F65642C-2A78-465B-AC3A-062B494F2EE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0E48952-AE37-41B6-AF11-8A7F09815529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2B39DC-F8D9-4EDF-A860-547CBDCCF08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CLABSI Prevention </a:t>
          </a:r>
        </a:p>
      </dgm:t>
    </dgm:pt>
    <dgm:pt modelId="{5E887797-2EE3-4CED-BA21-E9FA7BB50046}" type="parTrans" cxnId="{2C9EB58B-4FBF-401C-BD41-3757CF6F0C08}">
      <dgm:prSet/>
      <dgm:spPr/>
      <dgm:t>
        <a:bodyPr/>
        <a:lstStyle/>
        <a:p>
          <a:endParaRPr lang="en-US"/>
        </a:p>
      </dgm:t>
    </dgm:pt>
    <dgm:pt modelId="{234361D2-DC00-46D5-A3C9-A7DF753494F6}" type="sibTrans" cxnId="{2C9EB58B-4FBF-401C-BD41-3757CF6F0C08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  <dgm:t>
        <a:bodyPr/>
        <a:lstStyle/>
        <a:p>
          <a:endParaRPr lang="en-US"/>
        </a:p>
      </dgm:t>
    </dgm:pt>
    <dgm:pt modelId="{CC506BE9-34AF-48A4-BB9D-F6C0FB800ADB}">
      <dgm:prSet phldrT="[Text]" custT="1"/>
      <dgm:spPr/>
      <dgm:t>
        <a:bodyPr/>
        <a:lstStyle/>
        <a:p>
          <a:r>
            <a:rPr lang="en-US" sz="1400" dirty="0"/>
            <a:t>Multidisciplinary approach to root cause analysis (RCA)</a:t>
          </a:r>
        </a:p>
      </dgm:t>
    </dgm:pt>
    <dgm:pt modelId="{D380838F-52C4-4C26-A6C9-D297E60B5922}" type="parTrans" cxnId="{C0FE625C-D8DF-4783-AADB-5D83E56C6DF2}">
      <dgm:prSet/>
      <dgm:spPr/>
      <dgm:t>
        <a:bodyPr/>
        <a:lstStyle/>
        <a:p>
          <a:endParaRPr lang="en-US"/>
        </a:p>
      </dgm:t>
    </dgm:pt>
    <dgm:pt modelId="{431A20B4-85FE-46E9-964C-8C6902A7F894}" type="sibTrans" cxnId="{C0FE625C-D8DF-4783-AADB-5D83E56C6DF2}">
      <dgm:prSet/>
      <dgm:spPr/>
      <dgm:t>
        <a:bodyPr/>
        <a:lstStyle/>
        <a:p>
          <a:endParaRPr lang="en-US"/>
        </a:p>
      </dgm:t>
    </dgm:pt>
    <dgm:pt modelId="{433A4A82-52AC-45F2-AB9B-88B2587643AB}">
      <dgm:prSet phldrT="[Text]" custT="1"/>
      <dgm:spPr/>
      <dgm:t>
        <a:bodyPr/>
        <a:lstStyle/>
        <a:p>
          <a:r>
            <a:rPr lang="en-US" sz="1400" dirty="0"/>
            <a:t>Routine audits of CLABSI bundle metrics</a:t>
          </a:r>
        </a:p>
      </dgm:t>
    </dgm:pt>
    <dgm:pt modelId="{B7ACA222-BC2A-42E3-8930-60C294DC21F6}" type="parTrans" cxnId="{555AF469-B21C-400D-A993-3289995B85A6}">
      <dgm:prSet/>
      <dgm:spPr/>
      <dgm:t>
        <a:bodyPr/>
        <a:lstStyle/>
        <a:p>
          <a:endParaRPr lang="en-US"/>
        </a:p>
      </dgm:t>
    </dgm:pt>
    <dgm:pt modelId="{A306194B-8960-4D90-8363-C1A80861F2A2}" type="sibTrans" cxnId="{555AF469-B21C-400D-A993-3289995B85A6}">
      <dgm:prSet/>
      <dgm:spPr/>
      <dgm:t>
        <a:bodyPr/>
        <a:lstStyle/>
        <a:p>
          <a:endParaRPr lang="en-US"/>
        </a:p>
      </dgm:t>
    </dgm:pt>
    <dgm:pt modelId="{980B4FB2-AEE3-402A-816B-943316DEB1A2}">
      <dgm:prSet phldrT="[Text]" custT="1"/>
      <dgm:spPr/>
      <dgm:t>
        <a:bodyPr/>
        <a:lstStyle/>
        <a:p>
          <a:r>
            <a:rPr lang="en-US" sz="800" dirty="0"/>
            <a:t>Leadership rounding can identify barriers and opportunities, promote engagement, accountability, and education (Owings et al., 2018). </a:t>
          </a:r>
        </a:p>
      </dgm:t>
    </dgm:pt>
    <dgm:pt modelId="{74D09364-8F54-4D8F-AF37-4E96F0B6EF0D}" type="parTrans" cxnId="{3235860A-CDA4-4162-8A21-2C7336806D5F}">
      <dgm:prSet/>
      <dgm:spPr/>
      <dgm:t>
        <a:bodyPr/>
        <a:lstStyle/>
        <a:p>
          <a:endParaRPr lang="en-US"/>
        </a:p>
      </dgm:t>
    </dgm:pt>
    <dgm:pt modelId="{17149BA5-92C1-4B72-897D-204F383018D0}" type="sibTrans" cxnId="{3235860A-CDA4-4162-8A21-2C7336806D5F}">
      <dgm:prSet/>
      <dgm:spPr/>
      <dgm:t>
        <a:bodyPr/>
        <a:lstStyle/>
        <a:p>
          <a:endParaRPr lang="en-US"/>
        </a:p>
      </dgm:t>
    </dgm:pt>
    <dgm:pt modelId="{0A48ED95-7560-4DB1-9D6F-D65270779054}" type="pres">
      <dgm:prSet presAssocID="{00E48952-AE37-41B6-AF11-8A7F09815529}" presName="Name0" presStyleCnt="0">
        <dgm:presLayoutVars>
          <dgm:dir/>
        </dgm:presLayoutVars>
      </dgm:prSet>
      <dgm:spPr/>
    </dgm:pt>
    <dgm:pt modelId="{CF25C751-08F8-4D83-9F35-37950135EE49}" type="pres">
      <dgm:prSet presAssocID="{234361D2-DC00-46D5-A3C9-A7DF753494F6}" presName="picture_1" presStyleLbl="bgImgPlace1" presStyleIdx="0" presStyleCnt="1" custLinFactNeighborX="5422" custLinFactNeighborY="-684"/>
      <dgm:spPr/>
    </dgm:pt>
    <dgm:pt modelId="{96A8B806-000E-4773-8062-DDEA641CE33E}" type="pres">
      <dgm:prSet presAssocID="{012B39DC-F8D9-4EDF-A860-547CBDCCF082}" presName="text_1" presStyleLbl="node1" presStyleIdx="0" presStyleCnt="0">
        <dgm:presLayoutVars>
          <dgm:bulletEnabled val="1"/>
        </dgm:presLayoutVars>
      </dgm:prSet>
      <dgm:spPr/>
    </dgm:pt>
    <dgm:pt modelId="{B6A9BA86-8C6C-476F-9D11-7D686AD8D059}" type="pres">
      <dgm:prSet presAssocID="{00E48952-AE37-41B6-AF11-8A7F09815529}" presName="linV" presStyleCnt="0"/>
      <dgm:spPr/>
    </dgm:pt>
    <dgm:pt modelId="{FF140589-7B67-4539-9544-AA311829188E}" type="pres">
      <dgm:prSet presAssocID="{CC506BE9-34AF-48A4-BB9D-F6C0FB800ADB}" presName="pair" presStyleCnt="0"/>
      <dgm:spPr/>
    </dgm:pt>
    <dgm:pt modelId="{05ED8388-9686-4C4B-AE1E-F787596C75DE}" type="pres">
      <dgm:prSet presAssocID="{CC506BE9-34AF-48A4-BB9D-F6C0FB800ADB}" presName="spaceH" presStyleLbl="node1" presStyleIdx="0" presStyleCnt="0"/>
      <dgm:spPr/>
    </dgm:pt>
    <dgm:pt modelId="{71A2E228-BCB4-4658-ACDF-31A798A99DE7}" type="pres">
      <dgm:prSet presAssocID="{CC506BE9-34AF-48A4-BB9D-F6C0FB800ADB}" presName="desPictures" presStyleLbl="alignImgPlace1" presStyleIdx="0" presStyleCnt="3" custLinFactNeighborX="-3148" custLinFactNeighborY="-456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</dgm:spPr>
    </dgm:pt>
    <dgm:pt modelId="{19F5D5E9-510E-481D-B860-F57FDB832EB5}" type="pres">
      <dgm:prSet presAssocID="{CC506BE9-34AF-48A4-BB9D-F6C0FB800ADB}" presName="desTextWrapper" presStyleCnt="0"/>
      <dgm:spPr/>
    </dgm:pt>
    <dgm:pt modelId="{3390A786-063C-45F3-977C-B07503DB3ACB}" type="pres">
      <dgm:prSet presAssocID="{CC506BE9-34AF-48A4-BB9D-F6C0FB800ADB}" presName="desText" presStyleLbl="revTx" presStyleIdx="0" presStyleCnt="3" custScaleX="395948">
        <dgm:presLayoutVars>
          <dgm:bulletEnabled val="1"/>
        </dgm:presLayoutVars>
      </dgm:prSet>
      <dgm:spPr/>
    </dgm:pt>
    <dgm:pt modelId="{3949C1F7-B0EB-4B06-AC9E-DE70E79C2515}" type="pres">
      <dgm:prSet presAssocID="{431A20B4-85FE-46E9-964C-8C6902A7F894}" presName="spaceV" presStyleCnt="0"/>
      <dgm:spPr/>
    </dgm:pt>
    <dgm:pt modelId="{614BD83A-F312-4442-B4D7-5EF4401AC3A5}" type="pres">
      <dgm:prSet presAssocID="{433A4A82-52AC-45F2-AB9B-88B2587643AB}" presName="pair" presStyleCnt="0"/>
      <dgm:spPr/>
    </dgm:pt>
    <dgm:pt modelId="{706807B0-5C4D-417F-A9A1-EE8A27C2B75C}" type="pres">
      <dgm:prSet presAssocID="{433A4A82-52AC-45F2-AB9B-88B2587643AB}" presName="spaceH" presStyleLbl="node1" presStyleIdx="0" presStyleCnt="0"/>
      <dgm:spPr/>
    </dgm:pt>
    <dgm:pt modelId="{507F3BD2-0A13-4A9B-8A70-C5B854F49B3A}" type="pres">
      <dgm:prSet presAssocID="{433A4A82-52AC-45F2-AB9B-88B2587643AB}" presName="desPictures" presStyleLbl="align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77B5EB54-DD39-4ECD-BE71-11D62BB0082E}" type="pres">
      <dgm:prSet presAssocID="{433A4A82-52AC-45F2-AB9B-88B2587643AB}" presName="desTextWrapper" presStyleCnt="0"/>
      <dgm:spPr/>
    </dgm:pt>
    <dgm:pt modelId="{01A72B8C-0F99-4868-9BA2-9F8987ED3085}" type="pres">
      <dgm:prSet presAssocID="{433A4A82-52AC-45F2-AB9B-88B2587643AB}" presName="desText" presStyleLbl="revTx" presStyleIdx="1" presStyleCnt="3">
        <dgm:presLayoutVars>
          <dgm:bulletEnabled val="1"/>
        </dgm:presLayoutVars>
      </dgm:prSet>
      <dgm:spPr/>
    </dgm:pt>
    <dgm:pt modelId="{48C197F0-EF95-4A02-9B68-9B56DB2B7DF8}" type="pres">
      <dgm:prSet presAssocID="{A306194B-8960-4D90-8363-C1A80861F2A2}" presName="spaceV" presStyleCnt="0"/>
      <dgm:spPr/>
    </dgm:pt>
    <dgm:pt modelId="{9A3AE3D7-3415-4141-9945-E8F9760D5418}" type="pres">
      <dgm:prSet presAssocID="{980B4FB2-AEE3-402A-816B-943316DEB1A2}" presName="pair" presStyleCnt="0"/>
      <dgm:spPr/>
    </dgm:pt>
    <dgm:pt modelId="{D22EACB8-FDF7-46E0-972F-9311B68740AC}" type="pres">
      <dgm:prSet presAssocID="{980B4FB2-AEE3-402A-816B-943316DEB1A2}" presName="spaceH" presStyleLbl="node1" presStyleIdx="0" presStyleCnt="0"/>
      <dgm:spPr/>
    </dgm:pt>
    <dgm:pt modelId="{87891241-840D-4933-9114-AD618433C3C1}" type="pres">
      <dgm:prSet presAssocID="{980B4FB2-AEE3-402A-816B-943316DEB1A2}" presName="desPictures" presStyleLbl="alignImgPlac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0F1188A3-FF20-4C77-AC9D-112CDA454B7C}" type="pres">
      <dgm:prSet presAssocID="{980B4FB2-AEE3-402A-816B-943316DEB1A2}" presName="desTextWrapper" presStyleCnt="0"/>
      <dgm:spPr/>
    </dgm:pt>
    <dgm:pt modelId="{E91442A5-39E9-4EEF-8C60-E82879AFE424}" type="pres">
      <dgm:prSet presAssocID="{980B4FB2-AEE3-402A-816B-943316DEB1A2}" presName="desText" presStyleLbl="revTx" presStyleIdx="2" presStyleCnt="3">
        <dgm:presLayoutVars>
          <dgm:bulletEnabled val="1"/>
        </dgm:presLayoutVars>
      </dgm:prSet>
      <dgm:spPr/>
    </dgm:pt>
    <dgm:pt modelId="{0A246026-5F8E-4601-9EB1-D6B26B1F5246}" type="pres">
      <dgm:prSet presAssocID="{00E48952-AE37-41B6-AF11-8A7F09815529}" presName="maxNode" presStyleCnt="0"/>
      <dgm:spPr/>
    </dgm:pt>
    <dgm:pt modelId="{BCD8B027-F37F-4DBA-8B8B-6F523E396B91}" type="pres">
      <dgm:prSet presAssocID="{00E48952-AE37-41B6-AF11-8A7F09815529}" presName="Name33" presStyleCnt="0"/>
      <dgm:spPr/>
    </dgm:pt>
  </dgm:ptLst>
  <dgm:cxnLst>
    <dgm:cxn modelId="{3235860A-CDA4-4162-8A21-2C7336806D5F}" srcId="{00E48952-AE37-41B6-AF11-8A7F09815529}" destId="{980B4FB2-AEE3-402A-816B-943316DEB1A2}" srcOrd="3" destOrd="0" parTransId="{74D09364-8F54-4D8F-AF37-4E96F0B6EF0D}" sibTransId="{17149BA5-92C1-4B72-897D-204F383018D0}"/>
    <dgm:cxn modelId="{DDD02A15-8D82-42B8-971E-D0032B0845C3}" type="presOf" srcId="{980B4FB2-AEE3-402A-816B-943316DEB1A2}" destId="{E91442A5-39E9-4EEF-8C60-E82879AFE424}" srcOrd="0" destOrd="0" presId="urn:microsoft.com/office/officeart/2008/layout/AccentedPicture"/>
    <dgm:cxn modelId="{8A78EA16-91F1-4E46-ADFC-54B66C1A3D00}" type="presOf" srcId="{00E48952-AE37-41B6-AF11-8A7F09815529}" destId="{0A48ED95-7560-4DB1-9D6F-D65270779054}" srcOrd="0" destOrd="0" presId="urn:microsoft.com/office/officeart/2008/layout/AccentedPicture"/>
    <dgm:cxn modelId="{B4F0421A-BE62-48BA-AC01-AC11F444B294}" type="presOf" srcId="{433A4A82-52AC-45F2-AB9B-88B2587643AB}" destId="{01A72B8C-0F99-4868-9BA2-9F8987ED3085}" srcOrd="0" destOrd="0" presId="urn:microsoft.com/office/officeart/2008/layout/AccentedPicture"/>
    <dgm:cxn modelId="{C0FE625C-D8DF-4783-AADB-5D83E56C6DF2}" srcId="{00E48952-AE37-41B6-AF11-8A7F09815529}" destId="{CC506BE9-34AF-48A4-BB9D-F6C0FB800ADB}" srcOrd="1" destOrd="0" parTransId="{D380838F-52C4-4C26-A6C9-D297E60B5922}" sibTransId="{431A20B4-85FE-46E9-964C-8C6902A7F894}"/>
    <dgm:cxn modelId="{5E2DD641-BF5A-4602-A089-9AF1A977F3F3}" type="presOf" srcId="{234361D2-DC00-46D5-A3C9-A7DF753494F6}" destId="{CF25C751-08F8-4D83-9F35-37950135EE49}" srcOrd="0" destOrd="0" presId="urn:microsoft.com/office/officeart/2008/layout/AccentedPicture"/>
    <dgm:cxn modelId="{555AF469-B21C-400D-A993-3289995B85A6}" srcId="{00E48952-AE37-41B6-AF11-8A7F09815529}" destId="{433A4A82-52AC-45F2-AB9B-88B2587643AB}" srcOrd="2" destOrd="0" parTransId="{B7ACA222-BC2A-42E3-8930-60C294DC21F6}" sibTransId="{A306194B-8960-4D90-8363-C1A80861F2A2}"/>
    <dgm:cxn modelId="{58FEFA59-52E6-4A6B-A09C-B73F86F06A6C}" type="presOf" srcId="{012B39DC-F8D9-4EDF-A860-547CBDCCF082}" destId="{96A8B806-000E-4773-8062-DDEA641CE33E}" srcOrd="0" destOrd="0" presId="urn:microsoft.com/office/officeart/2008/layout/AccentedPicture"/>
    <dgm:cxn modelId="{2C9EB58B-4FBF-401C-BD41-3757CF6F0C08}" srcId="{00E48952-AE37-41B6-AF11-8A7F09815529}" destId="{012B39DC-F8D9-4EDF-A860-547CBDCCF082}" srcOrd="0" destOrd="0" parTransId="{5E887797-2EE3-4CED-BA21-E9FA7BB50046}" sibTransId="{234361D2-DC00-46D5-A3C9-A7DF753494F6}"/>
    <dgm:cxn modelId="{86A60EEF-EB4A-48A4-8A67-77B9F5507360}" type="presOf" srcId="{CC506BE9-34AF-48A4-BB9D-F6C0FB800ADB}" destId="{3390A786-063C-45F3-977C-B07503DB3ACB}" srcOrd="0" destOrd="0" presId="urn:microsoft.com/office/officeart/2008/layout/AccentedPicture"/>
    <dgm:cxn modelId="{21F03E6D-FE6E-462D-BBC8-D471742A9B54}" type="presParOf" srcId="{0A48ED95-7560-4DB1-9D6F-D65270779054}" destId="{CF25C751-08F8-4D83-9F35-37950135EE49}" srcOrd="0" destOrd="0" presId="urn:microsoft.com/office/officeart/2008/layout/AccentedPicture"/>
    <dgm:cxn modelId="{7CE42B6A-2DC7-4160-BC10-51C73C95B895}" type="presParOf" srcId="{0A48ED95-7560-4DB1-9D6F-D65270779054}" destId="{96A8B806-000E-4773-8062-DDEA641CE33E}" srcOrd="1" destOrd="0" presId="urn:microsoft.com/office/officeart/2008/layout/AccentedPicture"/>
    <dgm:cxn modelId="{A0D05F0B-5A0F-4E89-9A01-B35397293B6B}" type="presParOf" srcId="{0A48ED95-7560-4DB1-9D6F-D65270779054}" destId="{B6A9BA86-8C6C-476F-9D11-7D686AD8D059}" srcOrd="2" destOrd="0" presId="urn:microsoft.com/office/officeart/2008/layout/AccentedPicture"/>
    <dgm:cxn modelId="{A2E2B191-9B70-4BB4-944E-A88FF50C35E8}" type="presParOf" srcId="{B6A9BA86-8C6C-476F-9D11-7D686AD8D059}" destId="{FF140589-7B67-4539-9544-AA311829188E}" srcOrd="0" destOrd="0" presId="urn:microsoft.com/office/officeart/2008/layout/AccentedPicture"/>
    <dgm:cxn modelId="{34832929-CCB3-4D49-B31E-D9259EA766F4}" type="presParOf" srcId="{FF140589-7B67-4539-9544-AA311829188E}" destId="{05ED8388-9686-4C4B-AE1E-F787596C75DE}" srcOrd="0" destOrd="0" presId="urn:microsoft.com/office/officeart/2008/layout/AccentedPicture"/>
    <dgm:cxn modelId="{657B5BCB-F265-4D32-BDAD-1DCCDFF4DCDF}" type="presParOf" srcId="{FF140589-7B67-4539-9544-AA311829188E}" destId="{71A2E228-BCB4-4658-ACDF-31A798A99DE7}" srcOrd="1" destOrd="0" presId="urn:microsoft.com/office/officeart/2008/layout/AccentedPicture"/>
    <dgm:cxn modelId="{AAAF7FE1-70E6-40A4-8E8A-7C0B18690520}" type="presParOf" srcId="{FF140589-7B67-4539-9544-AA311829188E}" destId="{19F5D5E9-510E-481D-B860-F57FDB832EB5}" srcOrd="2" destOrd="0" presId="urn:microsoft.com/office/officeart/2008/layout/AccentedPicture"/>
    <dgm:cxn modelId="{849046B6-D980-4943-A7A3-3373C51838F6}" type="presParOf" srcId="{19F5D5E9-510E-481D-B860-F57FDB832EB5}" destId="{3390A786-063C-45F3-977C-B07503DB3ACB}" srcOrd="0" destOrd="0" presId="urn:microsoft.com/office/officeart/2008/layout/AccentedPicture"/>
    <dgm:cxn modelId="{96370133-C85D-4907-B35C-378AE812433C}" type="presParOf" srcId="{B6A9BA86-8C6C-476F-9D11-7D686AD8D059}" destId="{3949C1F7-B0EB-4B06-AC9E-DE70E79C2515}" srcOrd="1" destOrd="0" presId="urn:microsoft.com/office/officeart/2008/layout/AccentedPicture"/>
    <dgm:cxn modelId="{9134F638-C3AC-40CB-9592-DCD4E54BE9D0}" type="presParOf" srcId="{B6A9BA86-8C6C-476F-9D11-7D686AD8D059}" destId="{614BD83A-F312-4442-B4D7-5EF4401AC3A5}" srcOrd="2" destOrd="0" presId="urn:microsoft.com/office/officeart/2008/layout/AccentedPicture"/>
    <dgm:cxn modelId="{B8C7AE7D-D5DB-44EB-AF0C-0E9F1C4A6FF6}" type="presParOf" srcId="{614BD83A-F312-4442-B4D7-5EF4401AC3A5}" destId="{706807B0-5C4D-417F-A9A1-EE8A27C2B75C}" srcOrd="0" destOrd="0" presId="urn:microsoft.com/office/officeart/2008/layout/AccentedPicture"/>
    <dgm:cxn modelId="{2BDD8B54-73DE-4761-87CC-BF9197D8D21C}" type="presParOf" srcId="{614BD83A-F312-4442-B4D7-5EF4401AC3A5}" destId="{507F3BD2-0A13-4A9B-8A70-C5B854F49B3A}" srcOrd="1" destOrd="0" presId="urn:microsoft.com/office/officeart/2008/layout/AccentedPicture"/>
    <dgm:cxn modelId="{32DAB88E-81B1-49FA-A185-E6F42069F353}" type="presParOf" srcId="{614BD83A-F312-4442-B4D7-5EF4401AC3A5}" destId="{77B5EB54-DD39-4ECD-BE71-11D62BB0082E}" srcOrd="2" destOrd="0" presId="urn:microsoft.com/office/officeart/2008/layout/AccentedPicture"/>
    <dgm:cxn modelId="{6AC74710-68BF-4B9C-8468-C590E90CD688}" type="presParOf" srcId="{77B5EB54-DD39-4ECD-BE71-11D62BB0082E}" destId="{01A72B8C-0F99-4868-9BA2-9F8987ED3085}" srcOrd="0" destOrd="0" presId="urn:microsoft.com/office/officeart/2008/layout/AccentedPicture"/>
    <dgm:cxn modelId="{B4930010-5541-4746-991C-410F99ED776D}" type="presParOf" srcId="{B6A9BA86-8C6C-476F-9D11-7D686AD8D059}" destId="{48C197F0-EF95-4A02-9B68-9B56DB2B7DF8}" srcOrd="3" destOrd="0" presId="urn:microsoft.com/office/officeart/2008/layout/AccentedPicture"/>
    <dgm:cxn modelId="{A80B8FC4-0385-4441-ACFB-8024F9653F94}" type="presParOf" srcId="{B6A9BA86-8C6C-476F-9D11-7D686AD8D059}" destId="{9A3AE3D7-3415-4141-9945-E8F9760D5418}" srcOrd="4" destOrd="0" presId="urn:microsoft.com/office/officeart/2008/layout/AccentedPicture"/>
    <dgm:cxn modelId="{6AF21B53-499C-4A7E-8F94-147B09C1B793}" type="presParOf" srcId="{9A3AE3D7-3415-4141-9945-E8F9760D5418}" destId="{D22EACB8-FDF7-46E0-972F-9311B68740AC}" srcOrd="0" destOrd="0" presId="urn:microsoft.com/office/officeart/2008/layout/AccentedPicture"/>
    <dgm:cxn modelId="{24D7CEE7-1929-44B5-84BE-469ADF62F790}" type="presParOf" srcId="{9A3AE3D7-3415-4141-9945-E8F9760D5418}" destId="{87891241-840D-4933-9114-AD618433C3C1}" srcOrd="1" destOrd="0" presId="urn:microsoft.com/office/officeart/2008/layout/AccentedPicture"/>
    <dgm:cxn modelId="{B62BDCBE-0529-4A47-980E-4D0877A06FC7}" type="presParOf" srcId="{9A3AE3D7-3415-4141-9945-E8F9760D5418}" destId="{0F1188A3-FF20-4C77-AC9D-112CDA454B7C}" srcOrd="2" destOrd="0" presId="urn:microsoft.com/office/officeart/2008/layout/AccentedPicture"/>
    <dgm:cxn modelId="{770C0B97-CF1D-494C-A4D2-E858FDAD1DD4}" type="presParOf" srcId="{0F1188A3-FF20-4C77-AC9D-112CDA454B7C}" destId="{E91442A5-39E9-4EEF-8C60-E82879AFE424}" srcOrd="0" destOrd="0" presId="urn:microsoft.com/office/officeart/2008/layout/AccentedPicture"/>
    <dgm:cxn modelId="{A819AECE-BC18-4918-92D3-1513FBC6DAFE}" type="presParOf" srcId="{0A48ED95-7560-4DB1-9D6F-D65270779054}" destId="{0A246026-5F8E-4601-9EB1-D6B26B1F5246}" srcOrd="3" destOrd="0" presId="urn:microsoft.com/office/officeart/2008/layout/AccentedPicture"/>
    <dgm:cxn modelId="{62B73A70-4A4A-4C98-B0F4-2021B3BEF684}" type="presParOf" srcId="{0A246026-5F8E-4601-9EB1-D6B26B1F5246}" destId="{BCD8B027-F37F-4DBA-8B8B-6F523E396B91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4E22A-036E-4E6E-9A1D-A0B401B89B43}">
      <dsp:nvSpPr>
        <dsp:cNvPr id="0" name=""/>
        <dsp:cNvSpPr/>
      </dsp:nvSpPr>
      <dsp:spPr>
        <a:xfrm>
          <a:off x="0" y="475725"/>
          <a:ext cx="2629128" cy="262909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$17,896 to $94,8479</a:t>
          </a:r>
        </a:p>
      </dsp:txBody>
      <dsp:txXfrm>
        <a:off x="385027" y="860746"/>
        <a:ext cx="1859074" cy="1859048"/>
      </dsp:txXfrm>
    </dsp:sp>
    <dsp:sp modelId="{33DA58FE-4FCF-49A9-A2BB-5FAD8335ACC2}">
      <dsp:nvSpPr>
        <dsp:cNvPr id="0" name=""/>
        <dsp:cNvSpPr/>
      </dsp:nvSpPr>
      <dsp:spPr>
        <a:xfrm>
          <a:off x="1353235" y="2229183"/>
          <a:ext cx="2629128" cy="262909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28,000 patients die in ICU each year</a:t>
          </a:r>
        </a:p>
      </dsp:txBody>
      <dsp:txXfrm>
        <a:off x="1738262" y="2614204"/>
        <a:ext cx="1859074" cy="1859048"/>
      </dsp:txXfrm>
    </dsp:sp>
    <dsp:sp modelId="{BEC4FA7C-E307-4E03-8FC8-1F847DC3F5EB}">
      <dsp:nvSpPr>
        <dsp:cNvPr id="0" name=""/>
        <dsp:cNvSpPr/>
      </dsp:nvSpPr>
      <dsp:spPr>
        <a:xfrm>
          <a:off x="2704871" y="475725"/>
          <a:ext cx="2629128" cy="262909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0.150 excess mortality</a:t>
          </a:r>
        </a:p>
      </dsp:txBody>
      <dsp:txXfrm>
        <a:off x="3089898" y="860746"/>
        <a:ext cx="1859074" cy="1859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090FA-7379-474B-9236-DBB51BEDC300}">
      <dsp:nvSpPr>
        <dsp:cNvPr id="0" name=""/>
        <dsp:cNvSpPr/>
      </dsp:nvSpPr>
      <dsp:spPr>
        <a:xfrm>
          <a:off x="0" y="0"/>
          <a:ext cx="9237662" cy="17145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E44EF-EAB0-456D-BE57-DC5D7166F3E6}">
      <dsp:nvSpPr>
        <dsp:cNvPr id="0" name=""/>
        <dsp:cNvSpPr/>
      </dsp:nvSpPr>
      <dsp:spPr>
        <a:xfrm>
          <a:off x="277129" y="228600"/>
          <a:ext cx="2713563" cy="125730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0" b="-15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DF59E-4D5C-4D64-B416-F2EE66EFED5E}">
      <dsp:nvSpPr>
        <dsp:cNvPr id="0" name=""/>
        <dsp:cNvSpPr/>
      </dsp:nvSpPr>
      <dsp:spPr>
        <a:xfrm rot="10800000">
          <a:off x="277129" y="1714499"/>
          <a:ext cx="2713563" cy="209550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Having a CLABSI prevention nurse reduced rates and improved bundle compliance (Star et al., 2024)</a:t>
          </a:r>
        </a:p>
      </dsp:txBody>
      <dsp:txXfrm rot="10800000">
        <a:off x="341573" y="1714499"/>
        <a:ext cx="2584675" cy="2031056"/>
      </dsp:txXfrm>
    </dsp:sp>
    <dsp:sp modelId="{0B430F54-B63E-4E3A-A65A-6A05B5EE1B7E}">
      <dsp:nvSpPr>
        <dsp:cNvPr id="0" name=""/>
        <dsp:cNvSpPr/>
      </dsp:nvSpPr>
      <dsp:spPr>
        <a:xfrm>
          <a:off x="3308885" y="225236"/>
          <a:ext cx="2713563" cy="13738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8000" b="-5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50D80-B91C-436F-A8E6-38657028084B}">
      <dsp:nvSpPr>
        <dsp:cNvPr id="0" name=""/>
        <dsp:cNvSpPr/>
      </dsp:nvSpPr>
      <dsp:spPr>
        <a:xfrm rot="10800000">
          <a:off x="3262049" y="1714499"/>
          <a:ext cx="2713563" cy="209550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How nurses think about CLABSI bundles affects how they adhere to it (Connor et al., 2023).  Competing priorities are barriers to adherence (Connor et al., 2023)</a:t>
          </a:r>
        </a:p>
      </dsp:txBody>
      <dsp:txXfrm rot="10800000">
        <a:off x="3326493" y="1714499"/>
        <a:ext cx="2584675" cy="2031056"/>
      </dsp:txXfrm>
    </dsp:sp>
    <dsp:sp modelId="{4BA4D3A5-18D3-4AC1-8B89-2C9346A8A87A}">
      <dsp:nvSpPr>
        <dsp:cNvPr id="0" name=""/>
        <dsp:cNvSpPr/>
      </dsp:nvSpPr>
      <dsp:spPr>
        <a:xfrm>
          <a:off x="6246968" y="228600"/>
          <a:ext cx="2713563" cy="125730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ECF3B-4B09-42AE-84F7-6D54046599DE}">
      <dsp:nvSpPr>
        <dsp:cNvPr id="0" name=""/>
        <dsp:cNvSpPr/>
      </dsp:nvSpPr>
      <dsp:spPr>
        <a:xfrm rot="10800000">
          <a:off x="6246968" y="1714499"/>
          <a:ext cx="2713563" cy="209550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 CLABSI rounding team of infection preventionists, clinical nurse specialists, and clinical nurse leaders promotes awareness of CLABSI prevention and safety (Pate et al., 2022).</a:t>
          </a:r>
        </a:p>
      </dsp:txBody>
      <dsp:txXfrm rot="10800000">
        <a:off x="6311412" y="1714499"/>
        <a:ext cx="2584675" cy="20310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BC41E-8A08-4C3A-8837-69CEFB96DA14}">
      <dsp:nvSpPr>
        <dsp:cNvPr id="0" name=""/>
        <dsp:cNvSpPr/>
      </dsp:nvSpPr>
      <dsp:spPr>
        <a:xfrm>
          <a:off x="1227470" y="2386"/>
          <a:ext cx="1542647" cy="15426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Surveillance on every patient with documentation of a central line</a:t>
          </a:r>
          <a:endParaRPr lang="en-US" sz="1200" kern="1200" dirty="0"/>
        </a:p>
      </dsp:txBody>
      <dsp:txXfrm>
        <a:off x="1453385" y="228301"/>
        <a:ext cx="1090817" cy="1090817"/>
      </dsp:txXfrm>
    </dsp:sp>
    <dsp:sp modelId="{EA20FE4A-ECD1-41BC-BE8C-175EA6BE6F39}">
      <dsp:nvSpPr>
        <dsp:cNvPr id="0" name=""/>
        <dsp:cNvSpPr/>
      </dsp:nvSpPr>
      <dsp:spPr>
        <a:xfrm>
          <a:off x="1551426" y="1670296"/>
          <a:ext cx="894735" cy="89473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670023" y="2012443"/>
        <a:ext cx="657541" cy="210441"/>
      </dsp:txXfrm>
    </dsp:sp>
    <dsp:sp modelId="{F9BAE2AA-C55D-4321-9604-29182B60BD7A}">
      <dsp:nvSpPr>
        <dsp:cNvPr id="0" name=""/>
        <dsp:cNvSpPr/>
      </dsp:nvSpPr>
      <dsp:spPr>
        <a:xfrm>
          <a:off x="1227470" y="2690295"/>
          <a:ext cx="1542647" cy="15426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Suspected infection based on clinical presentation and lab values</a:t>
          </a:r>
          <a:endParaRPr lang="en-US" sz="1200" kern="1200" dirty="0"/>
        </a:p>
      </dsp:txBody>
      <dsp:txXfrm>
        <a:off x="1453385" y="2916210"/>
        <a:ext cx="1090817" cy="1090817"/>
      </dsp:txXfrm>
    </dsp:sp>
    <dsp:sp modelId="{28B9EB20-F1D4-4361-A0C0-E078B522D10F}">
      <dsp:nvSpPr>
        <dsp:cNvPr id="0" name=""/>
        <dsp:cNvSpPr/>
      </dsp:nvSpPr>
      <dsp:spPr>
        <a:xfrm>
          <a:off x="3001514" y="1830732"/>
          <a:ext cx="490561" cy="573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001514" y="1945505"/>
        <a:ext cx="343393" cy="344318"/>
      </dsp:txXfrm>
    </dsp:sp>
    <dsp:sp modelId="{123441E3-6489-4D2C-BD34-D85DB531410D}">
      <dsp:nvSpPr>
        <dsp:cNvPr id="0" name=""/>
        <dsp:cNvSpPr/>
      </dsp:nvSpPr>
      <dsp:spPr>
        <a:xfrm>
          <a:off x="3695706" y="575017"/>
          <a:ext cx="3085294" cy="30852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Laboratory confirmation</a:t>
          </a:r>
          <a:endParaRPr lang="en-US" sz="3000" kern="1200" dirty="0"/>
        </a:p>
      </dsp:txBody>
      <dsp:txXfrm>
        <a:off x="4147537" y="1026848"/>
        <a:ext cx="2181632" cy="21816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7AB7C-FA6F-4EA3-821B-3BB0ABB29475}">
      <dsp:nvSpPr>
        <dsp:cNvPr id="0" name=""/>
        <dsp:cNvSpPr/>
      </dsp:nvSpPr>
      <dsp:spPr>
        <a:xfrm>
          <a:off x="8880121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B78E5-4734-4143-A4BA-E8DA0FFA2841}">
      <dsp:nvSpPr>
        <dsp:cNvPr id="0" name=""/>
        <dsp:cNvSpPr/>
      </dsp:nvSpPr>
      <dsp:spPr>
        <a:xfrm>
          <a:off x="8455561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C2EFB-6F2D-46CE-A3DF-18BADDF5F235}">
      <dsp:nvSpPr>
        <dsp:cNvPr id="0" name=""/>
        <dsp:cNvSpPr/>
      </dsp:nvSpPr>
      <dsp:spPr>
        <a:xfrm>
          <a:off x="8031001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07297-D702-4B79-8F17-C47CC47C503F}">
      <dsp:nvSpPr>
        <dsp:cNvPr id="0" name=""/>
        <dsp:cNvSpPr/>
      </dsp:nvSpPr>
      <dsp:spPr>
        <a:xfrm>
          <a:off x="7607248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51871-7314-411B-A0B8-CE1FF3409178}">
      <dsp:nvSpPr>
        <dsp:cNvPr id="0" name=""/>
        <dsp:cNvSpPr/>
      </dsp:nvSpPr>
      <dsp:spPr>
        <a:xfrm>
          <a:off x="7182688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CAA01-6B7A-436B-BC10-3D8EEA713C04}">
      <dsp:nvSpPr>
        <dsp:cNvPr id="0" name=""/>
        <dsp:cNvSpPr/>
      </dsp:nvSpPr>
      <dsp:spPr>
        <a:xfrm>
          <a:off x="6526476" y="1983867"/>
          <a:ext cx="463303" cy="463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1682C-5D29-4324-9952-F9F89CBDF7B5}">
      <dsp:nvSpPr>
        <dsp:cNvPr id="0" name=""/>
        <dsp:cNvSpPr/>
      </dsp:nvSpPr>
      <dsp:spPr>
        <a:xfrm>
          <a:off x="8502376" y="1621154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3884B-7DFA-46CC-A01E-22B4FD9E0DE9}">
      <dsp:nvSpPr>
        <dsp:cNvPr id="0" name=""/>
        <dsp:cNvSpPr/>
      </dsp:nvSpPr>
      <dsp:spPr>
        <a:xfrm>
          <a:off x="8502376" y="2581656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D6730-37BC-4CDA-BAEA-B041D244D3CA}">
      <dsp:nvSpPr>
        <dsp:cNvPr id="0" name=""/>
        <dsp:cNvSpPr/>
      </dsp:nvSpPr>
      <dsp:spPr>
        <a:xfrm>
          <a:off x="8709006" y="182918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98EE6-A1E3-4136-9A1B-01495805DE8F}">
      <dsp:nvSpPr>
        <dsp:cNvPr id="0" name=""/>
        <dsp:cNvSpPr/>
      </dsp:nvSpPr>
      <dsp:spPr>
        <a:xfrm>
          <a:off x="8722727" y="237477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6F7DE-3002-4E20-9B76-1E52945E8244}">
      <dsp:nvSpPr>
        <dsp:cNvPr id="0" name=""/>
        <dsp:cNvSpPr/>
      </dsp:nvSpPr>
      <dsp:spPr>
        <a:xfrm>
          <a:off x="3988801" y="1042796"/>
          <a:ext cx="2345573" cy="23458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Infection prevention</a:t>
          </a:r>
        </a:p>
      </dsp:txBody>
      <dsp:txXfrm>
        <a:off x="4332302" y="1386333"/>
        <a:ext cx="1658571" cy="1658743"/>
      </dsp:txXfrm>
    </dsp:sp>
    <dsp:sp modelId="{F489881B-6D46-4D6F-A193-1E51E5D1F353}">
      <dsp:nvSpPr>
        <dsp:cNvPr id="0" name=""/>
        <dsp:cNvSpPr/>
      </dsp:nvSpPr>
      <dsp:spPr>
        <a:xfrm>
          <a:off x="3813650" y="842390"/>
          <a:ext cx="463303" cy="463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76F92-989E-4FA9-8597-FB1B2C97CC2C}">
      <dsp:nvSpPr>
        <dsp:cNvPr id="0" name=""/>
        <dsp:cNvSpPr/>
      </dsp:nvSpPr>
      <dsp:spPr>
        <a:xfrm>
          <a:off x="3516620" y="597788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1013D-1C29-4F2F-BA88-7198DF1623D4}">
      <dsp:nvSpPr>
        <dsp:cNvPr id="0" name=""/>
        <dsp:cNvSpPr/>
      </dsp:nvSpPr>
      <dsp:spPr>
        <a:xfrm>
          <a:off x="3021838" y="597788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99B43-7B24-47BF-A7E3-03C9EC52934E}">
      <dsp:nvSpPr>
        <dsp:cNvPr id="0" name=""/>
        <dsp:cNvSpPr/>
      </dsp:nvSpPr>
      <dsp:spPr>
        <a:xfrm>
          <a:off x="2527056" y="597788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750F4-C726-4CD5-BE33-F251F7AE6024}">
      <dsp:nvSpPr>
        <dsp:cNvPr id="0" name=""/>
        <dsp:cNvSpPr/>
      </dsp:nvSpPr>
      <dsp:spPr>
        <a:xfrm>
          <a:off x="2032274" y="597788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C09AD-D24D-4409-B3B2-DE199BA945E3}">
      <dsp:nvSpPr>
        <dsp:cNvPr id="0" name=""/>
        <dsp:cNvSpPr/>
      </dsp:nvSpPr>
      <dsp:spPr>
        <a:xfrm>
          <a:off x="1536684" y="597788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7C9EA-53AF-4171-AB63-46918DC120D0}">
      <dsp:nvSpPr>
        <dsp:cNvPr id="0" name=""/>
        <dsp:cNvSpPr/>
      </dsp:nvSpPr>
      <dsp:spPr>
        <a:xfrm>
          <a:off x="1041902" y="597788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64374-62EB-4DC2-9338-2614D41E459A}">
      <dsp:nvSpPr>
        <dsp:cNvPr id="0" name=""/>
        <dsp:cNvSpPr/>
      </dsp:nvSpPr>
      <dsp:spPr>
        <a:xfrm>
          <a:off x="1040288" y="0"/>
          <a:ext cx="2715247" cy="595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Surveillance </a:t>
          </a:r>
        </a:p>
      </dsp:txBody>
      <dsp:txXfrm>
        <a:off x="1040288" y="0"/>
        <a:ext cx="2715247" cy="595884"/>
      </dsp:txXfrm>
    </dsp:sp>
    <dsp:sp modelId="{46F5A6D2-CF18-451E-9E5A-7214985E0730}">
      <dsp:nvSpPr>
        <dsp:cNvPr id="0" name=""/>
        <dsp:cNvSpPr/>
      </dsp:nvSpPr>
      <dsp:spPr>
        <a:xfrm>
          <a:off x="3332590" y="1983867"/>
          <a:ext cx="463303" cy="463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8EE4D-DFDB-44B2-A843-CB13D30AC2A0}">
      <dsp:nvSpPr>
        <dsp:cNvPr id="0" name=""/>
        <dsp:cNvSpPr/>
      </dsp:nvSpPr>
      <dsp:spPr>
        <a:xfrm>
          <a:off x="2874129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D70BF-98AE-44E8-9233-FE5B2C66F8A6}">
      <dsp:nvSpPr>
        <dsp:cNvPr id="0" name=""/>
        <dsp:cNvSpPr/>
      </dsp:nvSpPr>
      <dsp:spPr>
        <a:xfrm>
          <a:off x="2416476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3C39B-C242-4C85-862F-F1B6B55613A6}">
      <dsp:nvSpPr>
        <dsp:cNvPr id="0" name=""/>
        <dsp:cNvSpPr/>
      </dsp:nvSpPr>
      <dsp:spPr>
        <a:xfrm>
          <a:off x="1958016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D5DFE-8A32-4A06-B226-2EC6BB85775D}">
      <dsp:nvSpPr>
        <dsp:cNvPr id="0" name=""/>
        <dsp:cNvSpPr/>
      </dsp:nvSpPr>
      <dsp:spPr>
        <a:xfrm>
          <a:off x="1500363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15A95-2CC7-49BB-AD10-BD5A50266A50}">
      <dsp:nvSpPr>
        <dsp:cNvPr id="0" name=""/>
        <dsp:cNvSpPr/>
      </dsp:nvSpPr>
      <dsp:spPr>
        <a:xfrm>
          <a:off x="1041902" y="2099690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984AA-9921-4DB6-8811-AE782FB2A374}">
      <dsp:nvSpPr>
        <dsp:cNvPr id="0" name=""/>
        <dsp:cNvSpPr/>
      </dsp:nvSpPr>
      <dsp:spPr>
        <a:xfrm>
          <a:off x="1040288" y="1506855"/>
          <a:ext cx="2053385" cy="595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Suspected Infection based on clinical presentation and lab values</a:t>
          </a:r>
        </a:p>
      </dsp:txBody>
      <dsp:txXfrm>
        <a:off x="1040288" y="1506855"/>
        <a:ext cx="2053385" cy="595884"/>
      </dsp:txXfrm>
    </dsp:sp>
    <dsp:sp modelId="{14ECE56B-0158-40F1-9FF2-2436D889799F}">
      <dsp:nvSpPr>
        <dsp:cNvPr id="0" name=""/>
        <dsp:cNvSpPr/>
      </dsp:nvSpPr>
      <dsp:spPr>
        <a:xfrm>
          <a:off x="3813650" y="3106292"/>
          <a:ext cx="463303" cy="463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D6812-D780-4151-B6C6-372CDE4ED64D}">
      <dsp:nvSpPr>
        <dsp:cNvPr id="0" name=""/>
        <dsp:cNvSpPr/>
      </dsp:nvSpPr>
      <dsp:spPr>
        <a:xfrm>
          <a:off x="3516620" y="357835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EA882-2BB7-4BD9-81D2-E4503657793F}">
      <dsp:nvSpPr>
        <dsp:cNvPr id="0" name=""/>
        <dsp:cNvSpPr/>
      </dsp:nvSpPr>
      <dsp:spPr>
        <a:xfrm>
          <a:off x="3021838" y="357835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9ADFC-60CB-47BE-8DA4-E6F0007B087C}">
      <dsp:nvSpPr>
        <dsp:cNvPr id="0" name=""/>
        <dsp:cNvSpPr/>
      </dsp:nvSpPr>
      <dsp:spPr>
        <a:xfrm>
          <a:off x="2527056" y="357835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4B162-953A-4B39-BE18-0D51E8C5011B}">
      <dsp:nvSpPr>
        <dsp:cNvPr id="0" name=""/>
        <dsp:cNvSpPr/>
      </dsp:nvSpPr>
      <dsp:spPr>
        <a:xfrm>
          <a:off x="2032274" y="357835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DC9DD-D42A-4FEC-9689-B4125B93F03C}">
      <dsp:nvSpPr>
        <dsp:cNvPr id="0" name=""/>
        <dsp:cNvSpPr/>
      </dsp:nvSpPr>
      <dsp:spPr>
        <a:xfrm>
          <a:off x="1536684" y="357835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C48CC-8335-4ECE-89F6-FD53EFFA0CF2}">
      <dsp:nvSpPr>
        <dsp:cNvPr id="0" name=""/>
        <dsp:cNvSpPr/>
      </dsp:nvSpPr>
      <dsp:spPr>
        <a:xfrm>
          <a:off x="1041902" y="3578352"/>
          <a:ext cx="231651" cy="231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2E4D1-E35A-4BF2-A212-51673DF0AF07}">
      <dsp:nvSpPr>
        <dsp:cNvPr id="0" name=""/>
        <dsp:cNvSpPr/>
      </dsp:nvSpPr>
      <dsp:spPr>
        <a:xfrm>
          <a:off x="1040288" y="2980181"/>
          <a:ext cx="2715247" cy="595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Laboratory confirmation </a:t>
          </a:r>
        </a:p>
      </dsp:txBody>
      <dsp:txXfrm>
        <a:off x="1040288" y="2980181"/>
        <a:ext cx="2715247" cy="5958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EF3F4-D743-4254-92CA-740E84FD5A79}">
      <dsp:nvSpPr>
        <dsp:cNvPr id="0" name=""/>
        <dsp:cNvSpPr/>
      </dsp:nvSpPr>
      <dsp:spPr>
        <a:xfrm>
          <a:off x="6000034" y="819531"/>
          <a:ext cx="2170917" cy="21713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40E76-A2E3-4043-8A99-8D15D3EF5CD4}">
      <dsp:nvSpPr>
        <dsp:cNvPr id="0" name=""/>
        <dsp:cNvSpPr/>
      </dsp:nvSpPr>
      <dsp:spPr>
        <a:xfrm>
          <a:off x="6072115" y="891921"/>
          <a:ext cx="2026754" cy="20265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chemeClr val="bg1"/>
              </a:solidFill>
            </a:rPr>
            <a:t>Unit staff notified 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6361854" y="1181481"/>
        <a:ext cx="1447278" cy="1447419"/>
      </dsp:txXfrm>
    </dsp:sp>
    <dsp:sp modelId="{2DAE953F-B79C-4FBF-8DC0-5470B35FB9D9}">
      <dsp:nvSpPr>
        <dsp:cNvPr id="0" name=""/>
        <dsp:cNvSpPr/>
      </dsp:nvSpPr>
      <dsp:spPr>
        <a:xfrm rot="2700000">
          <a:off x="3758943" y="822155"/>
          <a:ext cx="2165688" cy="216568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E9F06-7E94-4C5C-9BD8-AE8C35606EAB}">
      <dsp:nvSpPr>
        <dsp:cNvPr id="0" name=""/>
        <dsp:cNvSpPr/>
      </dsp:nvSpPr>
      <dsp:spPr>
        <a:xfrm>
          <a:off x="3828410" y="891921"/>
          <a:ext cx="2026754" cy="20265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chemeClr val="bg1"/>
              </a:solidFill>
            </a:rPr>
            <a:t>Occurrence or prevalence counted 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4118149" y="1181481"/>
        <a:ext cx="1447278" cy="1447419"/>
      </dsp:txXfrm>
    </dsp:sp>
    <dsp:sp modelId="{B6D80634-6B5F-4C42-9978-4B41722BBFAF}">
      <dsp:nvSpPr>
        <dsp:cNvPr id="0" name=""/>
        <dsp:cNvSpPr/>
      </dsp:nvSpPr>
      <dsp:spPr>
        <a:xfrm rot="2700000">
          <a:off x="1515238" y="822155"/>
          <a:ext cx="2165688" cy="216568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5DC65-E9A9-4BB6-B333-F20C793E0990}">
      <dsp:nvSpPr>
        <dsp:cNvPr id="0" name=""/>
        <dsp:cNvSpPr/>
      </dsp:nvSpPr>
      <dsp:spPr>
        <a:xfrm>
          <a:off x="1584705" y="891921"/>
          <a:ext cx="2026754" cy="20265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chemeClr val="bg1"/>
              </a:solidFill>
            </a:rPr>
            <a:t>Unit manager notified 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1874443" y="1181481"/>
        <a:ext cx="1447278" cy="14474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5C751-08F8-4D83-9F35-37950135EE49}">
      <dsp:nvSpPr>
        <dsp:cNvPr id="0" name=""/>
        <dsp:cNvSpPr/>
      </dsp:nvSpPr>
      <dsp:spPr>
        <a:xfrm>
          <a:off x="181644" y="288248"/>
          <a:ext cx="3312864" cy="4225592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8B806-000E-4773-8062-DDEA641CE33E}">
      <dsp:nvSpPr>
        <dsp:cNvPr id="0" name=""/>
        <dsp:cNvSpPr/>
      </dsp:nvSpPr>
      <dsp:spPr>
        <a:xfrm>
          <a:off x="134536" y="1838365"/>
          <a:ext cx="2550905" cy="253535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b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chemeClr val="bg1"/>
              </a:solidFill>
            </a:rPr>
            <a:t>CLABSI Prevention </a:t>
          </a:r>
        </a:p>
      </dsp:txBody>
      <dsp:txXfrm>
        <a:off x="134536" y="1838365"/>
        <a:ext cx="2550905" cy="2535355"/>
      </dsp:txXfrm>
    </dsp:sp>
    <dsp:sp modelId="{71A2E228-BCB4-4658-ACDF-31A798A99DE7}">
      <dsp:nvSpPr>
        <dsp:cNvPr id="0" name=""/>
        <dsp:cNvSpPr/>
      </dsp:nvSpPr>
      <dsp:spPr>
        <a:xfrm>
          <a:off x="2708515" y="53823"/>
          <a:ext cx="1140910" cy="114091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0A786-063C-45F3-977C-B07503DB3ACB}">
      <dsp:nvSpPr>
        <dsp:cNvPr id="0" name=""/>
        <dsp:cNvSpPr/>
      </dsp:nvSpPr>
      <dsp:spPr>
        <a:xfrm>
          <a:off x="3885341" y="105872"/>
          <a:ext cx="2686755" cy="114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Multidisciplinary approach to root cause analysis (RCA)</a:t>
          </a:r>
        </a:p>
      </dsp:txBody>
      <dsp:txXfrm>
        <a:off x="3885341" y="105872"/>
        <a:ext cx="2686755" cy="1140910"/>
      </dsp:txXfrm>
    </dsp:sp>
    <dsp:sp modelId="{507F3BD2-0A13-4A9B-8A70-C5B854F49B3A}">
      <dsp:nvSpPr>
        <dsp:cNvPr id="0" name=""/>
        <dsp:cNvSpPr/>
      </dsp:nvSpPr>
      <dsp:spPr>
        <a:xfrm>
          <a:off x="2744431" y="1452146"/>
          <a:ext cx="1140910" cy="114091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72B8C-0F99-4868-9BA2-9F8987ED3085}">
      <dsp:nvSpPr>
        <dsp:cNvPr id="0" name=""/>
        <dsp:cNvSpPr/>
      </dsp:nvSpPr>
      <dsp:spPr>
        <a:xfrm>
          <a:off x="3885341" y="1452146"/>
          <a:ext cx="678562" cy="114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Routine audits of CLABSI bundle metrics</a:t>
          </a:r>
        </a:p>
      </dsp:txBody>
      <dsp:txXfrm>
        <a:off x="3885341" y="1452146"/>
        <a:ext cx="678562" cy="1140910"/>
      </dsp:txXfrm>
    </dsp:sp>
    <dsp:sp modelId="{87891241-840D-4933-9114-AD618433C3C1}">
      <dsp:nvSpPr>
        <dsp:cNvPr id="0" name=""/>
        <dsp:cNvSpPr/>
      </dsp:nvSpPr>
      <dsp:spPr>
        <a:xfrm>
          <a:off x="2744431" y="2798420"/>
          <a:ext cx="1140910" cy="1140910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442A5-39E9-4EEF-8C60-E82879AFE424}">
      <dsp:nvSpPr>
        <dsp:cNvPr id="0" name=""/>
        <dsp:cNvSpPr/>
      </dsp:nvSpPr>
      <dsp:spPr>
        <a:xfrm>
          <a:off x="3885341" y="2798420"/>
          <a:ext cx="678562" cy="114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Leadership rounding can identify barriers and opportunities, promote engagement, accountability, and education (Owings et al., 2018). </a:t>
          </a:r>
        </a:p>
      </dsp:txBody>
      <dsp:txXfrm>
        <a:off x="3885341" y="2798420"/>
        <a:ext cx="678562" cy="1140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Converging Text"/>
  <dgm:desc val="Use to show multiple steps or parts that merge into a whole. Limited to one Level 1 shape that contains text and a maximum of five Level 2 shapes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63C3F-2BD7-4F7B-8FFD-2A570D9038F8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94131-50B4-4365-A93F-80D5C2001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94131-50B4-4365-A93F-80D5C20011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0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94131-50B4-4365-A93F-80D5C20011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9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15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8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3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3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6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7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9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5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9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1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25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53" r:id="rId6"/>
    <p:sldLayoutId id="2147483749" r:id="rId7"/>
    <p:sldLayoutId id="2147483750" r:id="rId8"/>
    <p:sldLayoutId id="2147483751" r:id="rId9"/>
    <p:sldLayoutId id="2147483752" r:id="rId10"/>
    <p:sldLayoutId id="2147483754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nurse.it/gestione-dei-picc-nelle-epidemie-pandemie-indicazioni-utili-dallimpianto-alla-rimozione/3089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hrq.gov/hai/pfp/haccost2017-results.html" TargetMode="External"/><Relationship Id="rId7" Type="http://schemas.openxmlformats.org/officeDocument/2006/relationships/hyperlink" Target="https://doi.org/10.1016/j.ajic.2023.11.021" TargetMode="External"/><Relationship Id="rId2" Type="http://schemas.openxmlformats.org/officeDocument/2006/relationships/hyperlink" Target="https://www.ahrq.gov/topics/central-line-associated-bloodstream-infections-clabsi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ajic.2017.08.032" TargetMode="External"/><Relationship Id="rId5" Type="http://schemas.openxmlformats.org/officeDocument/2006/relationships/hyperlink" Target="https://www.cdc.gov/nhsn/pdfs/pscmanual/4psc_clabscurrent.pdf" TargetMode="External"/><Relationship Id="rId4" Type="http://schemas.openxmlformats.org/officeDocument/2006/relationships/hyperlink" Target="https://doi-org.proxy180.nclive.org/10.1177/019394592311629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medical device with a white handle&#10;&#10;Description automatically generated with medium confidence">
            <a:extLst>
              <a:ext uri="{FF2B5EF4-FFF2-40B4-BE49-F238E27FC236}">
                <a16:creationId xmlns:a16="http://schemas.microsoft.com/office/drawing/2014/main" id="{AA3189D2-7090-7000-8C30-0212CB4B6F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667" b="280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85C244-C540-C533-11B5-18FF8E5D9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58" y="1424473"/>
            <a:ext cx="7714388" cy="2850146"/>
          </a:xfrm>
        </p:spPr>
        <p:txBody>
          <a:bodyPr>
            <a:normAutofit/>
          </a:bodyPr>
          <a:lstStyle/>
          <a:p>
            <a:pPr algn="ctr"/>
            <a:r>
              <a:rPr lang="en-US"/>
              <a:t>Preventing Central Line Associated Blood Stream Infections (CLABSI)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1E3BA-FFFD-5F03-E86F-193091E27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58" y="4848464"/>
            <a:ext cx="7714388" cy="1085849"/>
          </a:xfrm>
        </p:spPr>
        <p:txBody>
          <a:bodyPr>
            <a:normAutofit fontScale="47500" lnSpcReduction="20000"/>
          </a:bodyPr>
          <a:lstStyle/>
          <a:p>
            <a:pPr algn="ctr"/>
            <a:r>
              <a:rPr lang="en-US" dirty="0"/>
              <a:t>Latara McGuire BSN, CMSRN</a:t>
            </a:r>
          </a:p>
          <a:p>
            <a:pPr algn="ctr"/>
            <a:r>
              <a:rPr lang="en-US" dirty="0"/>
              <a:t>School of Nursing, University of North Carolina at Greensboro</a:t>
            </a:r>
          </a:p>
          <a:p>
            <a:pPr algn="ctr"/>
            <a:r>
              <a:rPr lang="en-US" dirty="0"/>
              <a:t>NUR 614-20: Information Technology in Nursing Administration</a:t>
            </a:r>
          </a:p>
          <a:p>
            <a:pPr algn="ctr"/>
            <a:r>
              <a:rPr lang="en-US" dirty="0"/>
              <a:t>Fall 2024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F89B1-0799-4860-594A-9379D21B200B}"/>
              </a:ext>
            </a:extLst>
          </p:cNvPr>
          <p:cNvSpPr txBox="1"/>
          <p:nvPr/>
        </p:nvSpPr>
        <p:spPr>
          <a:xfrm>
            <a:off x="9543518" y="6657944"/>
            <a:ext cx="264848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infonurse.it/gestione-dei-picc-nelle-epidemie-pandemie-indicazioni-utili-dallimpianto-alla-rimozione/3089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35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33"/>
    </mc:Choice>
    <mc:Fallback xmlns="">
      <p:transition spd="slow" advTm="158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906F54D-04EF-4345-A564-7A7B57B6C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A63FA5D-402E-473D-AF05-018BE28B2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3"/>
            <a:ext cx="10667999" cy="53339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DA87E-38DA-EB4C-D07E-96ECF6E5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24000"/>
            <a:ext cx="4572000" cy="25813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The problem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F3C0E-78CA-CE97-03B6-CF54C81FE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4867369"/>
            <a:ext cx="4572000" cy="789300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/>
              <a:t>Increases morbidity, mortality, and costs (Agency for Healthcare Research and Quality, n.d)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0D3D82-8B25-4DD9-9924-4CEAD450C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1206" y="4572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3F4B268-18CB-B0E1-2834-FF8CAA159B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465297"/>
              </p:ext>
            </p:extLst>
          </p:nvPr>
        </p:nvGraphicFramePr>
        <p:xfrm>
          <a:off x="5334000" y="762000"/>
          <a:ext cx="5334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475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099"/>
    </mc:Choice>
    <mc:Fallback xmlns="">
      <p:transition spd="slow" advTm="660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4E9F8B3-8282-4A93-BBF8-3342538A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D9B01-5298-03FD-619B-04270E58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155" y="768825"/>
            <a:ext cx="6402440" cy="1134179"/>
          </a:xfrm>
        </p:spPr>
        <p:txBody>
          <a:bodyPr>
            <a:normAutofit/>
          </a:bodyPr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AEB7BE-309F-6685-BD7C-3A56F7E3B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430683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EFA797-975B-41D8-BC96-56CDC2CFA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63989" y="2286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79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500"/>
    </mc:Choice>
    <mc:Fallback xmlns="">
      <p:transition spd="slow" advTm="138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CA31-1C88-14CE-B78A-5B8C0601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capture CLABSI data from a unit level perspective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689F7A-7ABD-6AF3-6A90-70DCDD749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330170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A1D3835-86D8-44F9-5BBA-EC3FF9B57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1352334"/>
              </p:ext>
            </p:extLst>
          </p:nvPr>
        </p:nvGraphicFramePr>
        <p:xfrm>
          <a:off x="2151528" y="1903004"/>
          <a:ext cx="8008471" cy="4235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8984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05"/>
    </mc:Choice>
    <mc:Fallback xmlns="">
      <p:transition spd="slow" advTm="4320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F70E-025B-1BA7-C7E5-31E40780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capture CLABSI data from a unit level perspective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3D7A4B-DD6C-963D-9C25-1230C97F2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231721"/>
              </p:ext>
            </p:extLst>
          </p:nvPr>
        </p:nvGraphicFramePr>
        <p:xfrm>
          <a:off x="1430338" y="2286000"/>
          <a:ext cx="101520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044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75"/>
    </mc:Choice>
    <mc:Fallback xmlns="">
      <p:transition spd="slow" advTm="2387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C363-08A5-B90C-1A51-B801C6B7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capture CLABSI data from a unit level perspective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9149B1-DE75-99C5-42EE-18D69A941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066253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526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54"/>
    </mc:Choice>
    <mc:Fallback xmlns="">
      <p:transition spd="slow" advTm="5425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BC3CA5-A578-94AC-0A74-9C0F613A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297326D6-D0A5-3035-8CC3-863483C22A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42347"/>
            <a:ext cx="4495800" cy="2546493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C939DF2D-733C-998C-5614-D16F831BCF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30338" y="2764462"/>
            <a:ext cx="4495800" cy="270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0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59"/>
    </mc:Choice>
    <mc:Fallback xmlns="">
      <p:transition spd="slow" advTm="11245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AD52-AEF0-E63D-170E-4C23C48B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and implications for Nursing leadership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D4093D-B294-8EC0-4F49-92E0EB6B9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314563"/>
              </p:ext>
            </p:extLst>
          </p:nvPr>
        </p:nvGraphicFramePr>
        <p:xfrm>
          <a:off x="5334000" y="762000"/>
          <a:ext cx="5334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DFEA3-5935-2E35-8A22-6BA14A567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Nursing leadership can empower unit manager and unit nurses to review the literature and implement evidence-based interventions to promote adherence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5450CF0-18B7-9C3D-8978-A928504112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4293115"/>
              </p:ext>
            </p:extLst>
          </p:nvPr>
        </p:nvGraphicFramePr>
        <p:xfrm>
          <a:off x="4723429" y="934670"/>
          <a:ext cx="6574118" cy="4648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6332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245"/>
    </mc:Choice>
    <mc:Fallback xmlns="">
      <p:transition spd="slow" advTm="8524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0B5D-A32E-7596-20A2-07BD63CE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64E12-CC73-1BEA-E337-5F7DC3790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316" y="2098548"/>
            <a:ext cx="4666434" cy="4489704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500" dirty="0"/>
              <a:t>1.Agency for Healthcare Research and Quality. (</a:t>
            </a:r>
            <a:r>
              <a:rPr lang="en-US" sz="3500" dirty="0" err="1"/>
              <a:t>n.d</a:t>
            </a:r>
            <a:r>
              <a:rPr lang="en-US" sz="3500" dirty="0"/>
              <a:t>). Central line-associated bloodstream infections (CLABSI). Retrieved from </a:t>
            </a:r>
            <a:r>
              <a:rPr lang="en-US" sz="3500" dirty="0">
                <a:hlinkClick r:id="rId2"/>
              </a:rPr>
              <a:t>https://www.ahrq.gov/topics/central-line-associated-bloodstream-infections-clabsi.html</a:t>
            </a:r>
            <a:endParaRPr lang="en-US" sz="3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500" dirty="0"/>
              <a:t>2.Agency for Healthcare Research and Quality. (2017). Estimating the additional hospital inpatient cost and mortality associated with selected hospital acquired conditions. Retrieved from </a:t>
            </a:r>
            <a:r>
              <a:rPr lang="en-US" sz="3500" dirty="0">
                <a:hlinkClick r:id="rId3"/>
              </a:rPr>
              <a:t>https://www.ahrq.gov/hai/pfp/haccost2017-results.html</a:t>
            </a:r>
            <a:endParaRPr lang="en-US" sz="3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500" dirty="0"/>
              <a:t>3. Connor, L., </a:t>
            </a:r>
            <a:r>
              <a:rPr lang="en-US" sz="3500" dirty="0" err="1"/>
              <a:t>Zadvinskis</a:t>
            </a:r>
            <a:r>
              <a:rPr lang="en-US" sz="3500" dirty="0"/>
              <a:t>, I. M., Roberts, H., &amp; Melnyk, B. M. (2023). Nurses’ perceptions of adherence to the central line maintenance bundle: Linkages to thoughts, </a:t>
            </a:r>
            <a:r>
              <a:rPr lang="en-US" sz="3500" dirty="0" err="1"/>
              <a:t>emotions,and</a:t>
            </a:r>
            <a:r>
              <a:rPr lang="en-US" sz="3500" dirty="0"/>
              <a:t> behavior. Western Journal of Nursing Research, 45(7), 599–606. </a:t>
            </a:r>
            <a:r>
              <a:rPr lang="en-US" sz="3500" dirty="0">
                <a:hlinkClick r:id="rId4"/>
              </a:rPr>
              <a:t>https://doi-org.proxy180.nclive.org/10.1177/01939459231162904</a:t>
            </a:r>
            <a:endParaRPr lang="en-US" sz="3500" dirty="0"/>
          </a:p>
          <a:p>
            <a:pPr marL="0" indent="0">
              <a:lnSpc>
                <a:spcPct val="120000"/>
              </a:lnSpc>
              <a:buNone/>
            </a:pPr>
            <a:endParaRPr lang="en-US" sz="3400" dirty="0"/>
          </a:p>
          <a:p>
            <a:pPr marL="0" indent="0">
              <a:lnSpc>
                <a:spcPct val="100000"/>
              </a:lnSpc>
              <a:buNone/>
            </a:pPr>
            <a:endParaRPr lang="en-US" sz="4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5AB72-A411-A144-DAA3-8A4878CFF873}"/>
              </a:ext>
            </a:extLst>
          </p:cNvPr>
          <p:cNvSpPr txBox="1"/>
          <p:nvPr/>
        </p:nvSpPr>
        <p:spPr>
          <a:xfrm>
            <a:off x="5238749" y="2098548"/>
            <a:ext cx="5667375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National Healthcare Safety Network. (2024). Bloodstream infection event (central line-</a:t>
            </a:r>
          </a:p>
          <a:p>
            <a:r>
              <a:rPr lang="en-US" sz="1200" dirty="0"/>
              <a:t>associated bloodstream infection and non-central line associated bloodstream</a:t>
            </a:r>
          </a:p>
          <a:p>
            <a:r>
              <a:rPr lang="en-US" sz="1200" dirty="0"/>
              <a:t>infection). CDC. Retrieved from</a:t>
            </a:r>
          </a:p>
          <a:p>
            <a:r>
              <a:rPr lang="en-US" sz="1200" dirty="0">
                <a:hlinkClick r:id="rId5"/>
              </a:rPr>
              <a:t>https://www.cdc.gov/nhsn/pdfs/pscmanual/4psc_clabscurrent.pdf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5. Owings, A., Graves, J., Johnson, S., &amp; Gipson, M. (2018). Leadership line care rounds:</a:t>
            </a:r>
          </a:p>
          <a:p>
            <a:r>
              <a:rPr lang="en-US" sz="1200" dirty="0"/>
              <a:t>Application of the engage, educate, execute, and evaluate improvement model for the</a:t>
            </a:r>
          </a:p>
          <a:p>
            <a:r>
              <a:rPr lang="en-US" sz="1200" dirty="0"/>
              <a:t>prevention of central line-associated bloodstream infections in children with cancer.</a:t>
            </a:r>
          </a:p>
          <a:p>
            <a:r>
              <a:rPr lang="en-US" sz="1200" dirty="0"/>
              <a:t>American Journal of Infection Control 46(2), 229-231.</a:t>
            </a:r>
          </a:p>
          <a:p>
            <a:r>
              <a:rPr lang="en-US" sz="1200" dirty="0">
                <a:hlinkClick r:id="rId6"/>
              </a:rPr>
              <a:t>https://doi.org/10.1016/j.ajic.2017.08.032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6. Pate, K. , </a:t>
            </a:r>
            <a:r>
              <a:rPr lang="en-US" sz="1200" dirty="0" err="1"/>
              <a:t>Brelewski</a:t>
            </a:r>
            <a:r>
              <a:rPr lang="en-US" sz="1200" dirty="0"/>
              <a:t>, K. , Rutledge, S. , Rankin, V. &amp; </a:t>
            </a:r>
            <a:r>
              <a:rPr lang="en-US" sz="1200" dirty="0" err="1"/>
              <a:t>Layell</a:t>
            </a:r>
            <a:r>
              <a:rPr lang="en-US" sz="1200" dirty="0"/>
              <a:t>, J. (2022). CLABSI rounding</a:t>
            </a:r>
          </a:p>
          <a:p>
            <a:r>
              <a:rPr lang="en-US" sz="1200" dirty="0" err="1"/>
              <a:t>team:A</a:t>
            </a:r>
            <a:r>
              <a:rPr lang="en-US" sz="1200" dirty="0"/>
              <a:t> collaborative approach to prevention. Journal of Nursing Care</a:t>
            </a:r>
          </a:p>
          <a:p>
            <a:r>
              <a:rPr lang="en-US" sz="1200" dirty="0"/>
              <a:t>Quality, 37 (3), 275-281. </a:t>
            </a:r>
            <a:r>
              <a:rPr lang="en-US" sz="1200" dirty="0" err="1"/>
              <a:t>doi</a:t>
            </a:r>
            <a:r>
              <a:rPr lang="en-US" sz="1200" dirty="0"/>
              <a:t>: 10.1097/NCQ.0000000000000625.</a:t>
            </a:r>
          </a:p>
          <a:p>
            <a:endParaRPr lang="en-US" sz="1200" dirty="0"/>
          </a:p>
          <a:p>
            <a:r>
              <a:rPr lang="en-US" sz="1200" dirty="0"/>
              <a:t>7. Star, K.E., Lindsey, K., Reese, S.M., Paulino, L., Hernandez, L.L, Tynes, I., Eiseman,</a:t>
            </a:r>
          </a:p>
          <a:p>
            <a:r>
              <a:rPr lang="en-US" sz="1200" dirty="0"/>
              <a:t>K., &amp; Tynes, J. (2024). Reducing central line-associated bloodstream infection with a</a:t>
            </a:r>
          </a:p>
          <a:p>
            <a:r>
              <a:rPr lang="en-US" sz="1200" dirty="0"/>
              <a:t>dedicated CLASBI prevention registered nurse role. American Journal of Infection</a:t>
            </a:r>
          </a:p>
          <a:p>
            <a:r>
              <a:rPr lang="en-US" sz="1200" dirty="0"/>
              <a:t>Control, 52(6),659-663. </a:t>
            </a:r>
            <a:r>
              <a:rPr lang="en-US" sz="1200" dirty="0">
                <a:hlinkClick r:id="rId7"/>
              </a:rPr>
              <a:t>https://doi.org/10.1016/j.ajic.2023.11.021</a:t>
            </a:r>
            <a:endParaRPr lang="en-US" sz="1200" dirty="0"/>
          </a:p>
          <a:p>
            <a:endParaRPr lang="en-US" sz="1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8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96"/>
    </mc:Choice>
    <mc:Fallback xmlns="">
      <p:transition spd="slow" advTm="22896"/>
    </mc:Fallback>
  </mc:AlternateContent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720</Words>
  <Application>Microsoft Office PowerPoint</Application>
  <PresentationFormat>Widescreen</PresentationFormat>
  <Paragraphs>61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Trade Gothic Next Cond</vt:lpstr>
      <vt:lpstr>Trade Gothic Next Light</vt:lpstr>
      <vt:lpstr>PortalVTI</vt:lpstr>
      <vt:lpstr>Preventing Central Line Associated Blood Stream Infections (CLABSI)</vt:lpstr>
      <vt:lpstr>The problem</vt:lpstr>
      <vt:lpstr>Literature Review</vt:lpstr>
      <vt:lpstr>How to capture CLABSI data from a unit level perspective</vt:lpstr>
      <vt:lpstr>How to capture CLABSI data from a unit level perspective</vt:lpstr>
      <vt:lpstr>How to capture CLABSI data from a unit level perspective</vt:lpstr>
      <vt:lpstr>The Problem </vt:lpstr>
      <vt:lpstr>Strategies and implications for Nursing leadership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Latara McGuire</dc:creator>
  <cp:lastModifiedBy>Ologunde, Ezekiel Omotola</cp:lastModifiedBy>
  <cp:revision>3</cp:revision>
  <dcterms:created xsi:type="dcterms:W3CDTF">2024-11-25T17:42:00Z</dcterms:created>
  <dcterms:modified xsi:type="dcterms:W3CDTF">2026-03-26T02:48:51Z</dcterms:modified>
</cp:coreProperties>
</file>